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8.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2.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3.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4.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5.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Lst>
  <p:notesMasterIdLst>
    <p:notesMasterId r:id="rId30"/>
  </p:notesMasterIdLst>
  <p:sldIdLst>
    <p:sldId id="2586" r:id="rId5"/>
    <p:sldId id="2562" r:id="rId6"/>
    <p:sldId id="2563" r:id="rId7"/>
    <p:sldId id="2564" r:id="rId8"/>
    <p:sldId id="2565" r:id="rId9"/>
    <p:sldId id="2566" r:id="rId10"/>
    <p:sldId id="2567" r:id="rId11"/>
    <p:sldId id="2568" r:id="rId12"/>
    <p:sldId id="2569" r:id="rId13"/>
    <p:sldId id="2570" r:id="rId14"/>
    <p:sldId id="2571" r:id="rId15"/>
    <p:sldId id="2572" r:id="rId16"/>
    <p:sldId id="2573" r:id="rId17"/>
    <p:sldId id="2574" r:id="rId18"/>
    <p:sldId id="2575" r:id="rId19"/>
    <p:sldId id="2576" r:id="rId20"/>
    <p:sldId id="2577" r:id="rId21"/>
    <p:sldId id="2578" r:id="rId22"/>
    <p:sldId id="2579" r:id="rId23"/>
    <p:sldId id="2580" r:id="rId24"/>
    <p:sldId id="2581" r:id="rId25"/>
    <p:sldId id="2582" r:id="rId26"/>
    <p:sldId id="2583" r:id="rId27"/>
    <p:sldId id="2584" r:id="rId28"/>
    <p:sldId id="2585" r:id="rId2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BrewHaven Café Quality Improvement: A PechaKucha Case Study" id="{DECFAD46-A325-4AD6-A8D5-EF4B1DAFB409}">
          <p14:sldIdLst>
            <p14:sldId id="2586"/>
          </p14:sldIdLst>
        </p14:section>
        <p14:section name="Business Context and Customer Landscape" id="{A3A52712-3D99-46FC-AE96-D8B4850EDF76}">
          <p14:sldIdLst>
            <p14:sldId id="2562"/>
            <p14:sldId id="2563"/>
            <p14:sldId id="2564"/>
            <p14:sldId id="2565"/>
            <p14:sldId id="2566"/>
            <p14:sldId id="2567"/>
          </p14:sldIdLst>
        </p14:section>
        <p14:section name="Voice of the Customer Methodology" id="{6F0F42CB-C8B5-494F-B6A6-4F9BEF2317C1}">
          <p14:sldIdLst>
            <p14:sldId id="2568"/>
            <p14:sldId id="2569"/>
            <p14:sldId id="2570"/>
            <p14:sldId id="2571"/>
            <p14:sldId id="2572"/>
            <p14:sldId id="2573"/>
          </p14:sldIdLst>
        </p14:section>
        <p14:section name="Findings and Strategic Insights" id="{81F4F9BB-F92A-4FC0-91AE-6F2C56E67EB7}">
          <p14:sldIdLst>
            <p14:sldId id="2574"/>
            <p14:sldId id="2575"/>
            <p14:sldId id="2576"/>
            <p14:sldId id="2577"/>
            <p14:sldId id="2578"/>
            <p14:sldId id="2579"/>
          </p14:sldIdLst>
        </p14:section>
        <p14:section name="Recommendations and Business Impact" id="{20E65FAB-EE07-44EA-BE8F-ACE5E0C7A176}">
          <p14:sldIdLst>
            <p14:sldId id="2580"/>
            <p14:sldId id="2581"/>
            <p14:sldId id="2582"/>
            <p14:sldId id="2583"/>
            <p14:sldId id="2584"/>
            <p14:sldId id="258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F2182A8-ACDE-42AA-847D-D6717172DC4F}" v="19" dt="2026-03-25T15:12:51.131"/>
    <p1510:client id="{AD3BE41B-05CF-4267-9DF7-E50A4EBEAE2A}" v="17" dt="2026-03-25T14:00:28.317"/>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2873" autoAdjust="0"/>
  </p:normalViewPr>
  <p:slideViewPr>
    <p:cSldViewPr>
      <p:cViewPr varScale="1">
        <p:scale>
          <a:sx n="81" d="100"/>
          <a:sy n="81" d="100"/>
        </p:scale>
        <p:origin x="580" y="80"/>
      </p:cViewPr>
      <p:guideLst/>
    </p:cSldViewPr>
  </p:slideViewPr>
  <p:notesTextViewPr>
    <p:cViewPr>
      <p:scale>
        <a:sx n="1" d="1"/>
        <a:sy n="1" d="1"/>
      </p:scale>
      <p:origin x="0" y="-8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tableStyles" Target="tableStyle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theme" Target="theme/theme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viewProps" Target="view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notesMaster" Target="notesMasters/notesMaster1.xml"/><Relationship Id="rId35" Type="http://schemas.microsoft.com/office/2016/11/relationships/changesInfo" Target="changesInfos/changesInfo1.xml"/><Relationship Id="rId8" Type="http://schemas.openxmlformats.org/officeDocument/2006/relationships/slide" Target="slides/slide4.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clId="Web-{AD3BE41B-05CF-4267-9DF7-E50A4EBEAE2A}"/>
    <pc:docChg chg="addSld delSld modSld addSection">
      <pc:chgData name="" userId="" providerId="" clId="Web-{AD3BE41B-05CF-4267-9DF7-E50A4EBEAE2A}" dt="2026-03-25T14:00:28.317" v="17" actId="34807"/>
      <pc:docMkLst>
        <pc:docMk/>
      </pc:docMkLst>
      <pc:sldChg chg="del">
        <pc:chgData name="" userId="" providerId="" clId="Web-{AD3BE41B-05CF-4267-9DF7-E50A4EBEAE2A}" dt="2026-03-25T14:00:27.832" v="0" actId="34807"/>
        <pc:sldMkLst>
          <pc:docMk/>
          <pc:sldMk cId="1538654294" sldId="256"/>
        </pc:sldMkLst>
      </pc:sldChg>
      <pc:sldChg chg="modSp add mod addAnim chgLayout">
        <pc:chgData name="" userId="" providerId="" clId="Web-{AD3BE41B-05CF-4267-9DF7-E50A4EBEAE2A}" dt="2026-03-25T14:00:28.317" v="4" actId="34807"/>
        <pc:sldMkLst>
          <pc:docMk/>
          <pc:sldMk cId="1143149582" sldId="2561"/>
        </pc:sldMkLst>
        <pc:spChg chg="mod">
          <ac:chgData name="" userId="" providerId="" clId="Web-{AD3BE41B-05CF-4267-9DF7-E50A4EBEAE2A}" dt="2026-03-25T14:00:28.317" v="1" actId="34807"/>
          <ac:spMkLst>
            <pc:docMk/>
            <pc:sldMk cId="1143149582" sldId="2561"/>
            <ac:spMk id="2" creationId="{8070BD97-D4AB-7FD0-D3DC-3FA3A235849D}"/>
          </ac:spMkLst>
        </pc:spChg>
        <pc:spChg chg="mod">
          <ac:chgData name="" userId="" providerId="" clId="Web-{AD3BE41B-05CF-4267-9DF7-E50A4EBEAE2A}" dt="2026-03-25T14:00:28.317" v="1" actId="34807"/>
          <ac:spMkLst>
            <pc:docMk/>
            <pc:sldMk cId="1143149582" sldId="2561"/>
            <ac:spMk id="3" creationId="{D45901D8-258E-EC6D-FE29-7D13022D71B5}"/>
          </ac:spMkLst>
        </pc:spChg>
        <pc:spChg chg="mod">
          <ac:chgData name="" userId="" providerId="" clId="Web-{AD3BE41B-05CF-4267-9DF7-E50A4EBEAE2A}" dt="2026-03-25T14:00:28.317" v="1" actId="34807"/>
          <ac:spMkLst>
            <pc:docMk/>
            <pc:sldMk cId="1143149582" sldId="2561"/>
            <ac:spMk id="4" creationId="{E1D515E2-E0A9-F87E-F980-E73B577CAF5C}"/>
          </ac:spMkLst>
        </pc:spChg>
        <pc:spChg chg="mod">
          <ac:chgData name="" userId="" providerId="" clId="Web-{AD3BE41B-05CF-4267-9DF7-E50A4EBEAE2A}" dt="2026-03-25T14:00:28.317" v="1" actId="34807"/>
          <ac:spMkLst>
            <pc:docMk/>
            <pc:sldMk cId="1143149582" sldId="2561"/>
            <ac:spMk id="5" creationId="{EF2D2FDE-133D-C00C-7170-0F294172950D}"/>
          </ac:spMkLst>
        </pc:spChg>
        <pc:spChg chg="mod">
          <ac:chgData name="" userId="" providerId="" clId="Web-{AD3BE41B-05CF-4267-9DF7-E50A4EBEAE2A}" dt="2026-03-25T14:00:28.317" v="1" actId="34807"/>
          <ac:spMkLst>
            <pc:docMk/>
            <pc:sldMk cId="1143149582" sldId="2561"/>
            <ac:spMk id="6" creationId="{4EDB8C73-624B-69BB-A23F-9AA123D32DD9}"/>
          </ac:spMkLst>
        </pc:spChg>
      </pc:sldChg>
      <pc:sldChg chg="modSp add mod modTransition modClrScheme addAnim chgLayout">
        <pc:chgData name="" userId="" providerId="" clId="Web-{AD3BE41B-05CF-4267-9DF7-E50A4EBEAE2A}" dt="2026-03-25T14:00:28.317" v="5" actId="34807"/>
        <pc:sldMkLst>
          <pc:docMk/>
          <pc:sldMk cId="3503793329" sldId="2562"/>
        </pc:sldMkLst>
        <pc:spChg chg="mod">
          <ac:chgData name="" userId="" providerId="" clId="Web-{AD3BE41B-05CF-4267-9DF7-E50A4EBEAE2A}" dt="2026-03-25T14:00:28.317" v="1" actId="34807"/>
          <ac:spMkLst>
            <pc:docMk/>
            <pc:sldMk cId="3503793329" sldId="2562"/>
            <ac:spMk id="2" creationId="{75F5C5B3-B6A5-B978-7DA0-7A87E52AA3B4}"/>
          </ac:spMkLst>
        </pc:spChg>
        <pc:spChg chg="mod">
          <ac:chgData name="" userId="" providerId="" clId="Web-{AD3BE41B-05CF-4267-9DF7-E50A4EBEAE2A}" dt="2026-03-25T14:00:28.317" v="1" actId="34807"/>
          <ac:spMkLst>
            <pc:docMk/>
            <pc:sldMk cId="3503793329" sldId="2562"/>
            <ac:spMk id="4" creationId="{4B120ED6-6B00-C742-DF72-E27F4D3720BD}"/>
          </ac:spMkLst>
        </pc:spChg>
        <pc:spChg chg="mod">
          <ac:chgData name="" userId="" providerId="" clId="Web-{AD3BE41B-05CF-4267-9DF7-E50A4EBEAE2A}" dt="2026-03-25T14:00:28.317" v="1" actId="34807"/>
          <ac:spMkLst>
            <pc:docMk/>
            <pc:sldMk cId="3503793329" sldId="2562"/>
            <ac:spMk id="5" creationId="{4724D364-4481-3F99-1782-7344F07DB802}"/>
          </ac:spMkLst>
        </pc:spChg>
        <pc:spChg chg="mod">
          <ac:chgData name="" userId="" providerId="" clId="Web-{AD3BE41B-05CF-4267-9DF7-E50A4EBEAE2A}" dt="2026-03-25T14:00:28.317" v="1" actId="34807"/>
          <ac:spMkLst>
            <pc:docMk/>
            <pc:sldMk cId="3503793329" sldId="2562"/>
            <ac:spMk id="6" creationId="{48FD8423-DEE5-21D0-9EC2-94BAF14FDD1A}"/>
          </ac:spMkLst>
        </pc:spChg>
      </pc:sldChg>
      <pc:sldChg chg="modSp add mod modTransition modClrScheme addAnim chgLayout">
        <pc:chgData name="" userId="" providerId="" clId="Web-{AD3BE41B-05CF-4267-9DF7-E50A4EBEAE2A}" dt="2026-03-25T14:00:28.317" v="6" actId="34807"/>
        <pc:sldMkLst>
          <pc:docMk/>
          <pc:sldMk cId="3582056578" sldId="2563"/>
        </pc:sldMkLst>
        <pc:spChg chg="mod">
          <ac:chgData name="" userId="" providerId="" clId="Web-{AD3BE41B-05CF-4267-9DF7-E50A4EBEAE2A}" dt="2026-03-25T14:00:28.317" v="1" actId="34807"/>
          <ac:spMkLst>
            <pc:docMk/>
            <pc:sldMk cId="3582056578" sldId="2563"/>
            <ac:spMk id="2" creationId="{44A66298-4A24-1D4D-B890-9E01F626D40F}"/>
          </ac:spMkLst>
        </pc:spChg>
        <pc:spChg chg="mod">
          <ac:chgData name="" userId="" providerId="" clId="Web-{AD3BE41B-05CF-4267-9DF7-E50A4EBEAE2A}" dt="2026-03-25T14:00:28.317" v="1" actId="34807"/>
          <ac:spMkLst>
            <pc:docMk/>
            <pc:sldMk cId="3582056578" sldId="2563"/>
            <ac:spMk id="3" creationId="{80B655EB-F335-15AA-B621-997063316BD6}"/>
          </ac:spMkLst>
        </pc:spChg>
        <pc:spChg chg="mod">
          <ac:chgData name="" userId="" providerId="" clId="Web-{AD3BE41B-05CF-4267-9DF7-E50A4EBEAE2A}" dt="2026-03-25T14:00:28.317" v="1" actId="34807"/>
          <ac:spMkLst>
            <pc:docMk/>
            <pc:sldMk cId="3582056578" sldId="2563"/>
            <ac:spMk id="4" creationId="{879B81B7-C8DE-374B-A57A-180A476B7FE1}"/>
          </ac:spMkLst>
        </pc:spChg>
        <pc:spChg chg="mod">
          <ac:chgData name="" userId="" providerId="" clId="Web-{AD3BE41B-05CF-4267-9DF7-E50A4EBEAE2A}" dt="2026-03-25T14:00:28.317" v="1" actId="34807"/>
          <ac:spMkLst>
            <pc:docMk/>
            <pc:sldMk cId="3582056578" sldId="2563"/>
            <ac:spMk id="5" creationId="{3AEC62D9-7715-3060-B8AF-E66C9046F226}"/>
          </ac:spMkLst>
        </pc:spChg>
        <pc:spChg chg="mod">
          <ac:chgData name="" userId="" providerId="" clId="Web-{AD3BE41B-05CF-4267-9DF7-E50A4EBEAE2A}" dt="2026-03-25T14:00:28.317" v="1" actId="34807"/>
          <ac:spMkLst>
            <pc:docMk/>
            <pc:sldMk cId="3582056578" sldId="2563"/>
            <ac:spMk id="6" creationId="{887CF07B-11E6-92D9-78E2-96228A71109C}"/>
          </ac:spMkLst>
        </pc:spChg>
      </pc:sldChg>
      <pc:sldChg chg="modSp add mod modTransition modClrScheme addAnim chgLayout">
        <pc:chgData name="" userId="" providerId="" clId="Web-{AD3BE41B-05CF-4267-9DF7-E50A4EBEAE2A}" dt="2026-03-25T14:00:28.317" v="7" actId="34807"/>
        <pc:sldMkLst>
          <pc:docMk/>
          <pc:sldMk cId="2148230410" sldId="2564"/>
        </pc:sldMkLst>
        <pc:spChg chg="mod">
          <ac:chgData name="" userId="" providerId="" clId="Web-{AD3BE41B-05CF-4267-9DF7-E50A4EBEAE2A}" dt="2026-03-25T14:00:28.317" v="1" actId="34807"/>
          <ac:spMkLst>
            <pc:docMk/>
            <pc:sldMk cId="2148230410" sldId="2564"/>
            <ac:spMk id="2" creationId="{BD536D34-0C3E-C7A9-311D-5A69A137EBED}"/>
          </ac:spMkLst>
        </pc:spChg>
        <pc:spChg chg="mod">
          <ac:chgData name="" userId="" providerId="" clId="Web-{AD3BE41B-05CF-4267-9DF7-E50A4EBEAE2A}" dt="2026-03-25T14:00:28.317" v="1" actId="34807"/>
          <ac:spMkLst>
            <pc:docMk/>
            <pc:sldMk cId="2148230410" sldId="2564"/>
            <ac:spMk id="3" creationId="{C93186F7-99AA-AE62-3657-54C79DDDE27F}"/>
          </ac:spMkLst>
        </pc:spChg>
        <pc:spChg chg="mod">
          <ac:chgData name="" userId="" providerId="" clId="Web-{AD3BE41B-05CF-4267-9DF7-E50A4EBEAE2A}" dt="2026-03-25T14:00:28.317" v="1" actId="34807"/>
          <ac:spMkLst>
            <pc:docMk/>
            <pc:sldMk cId="2148230410" sldId="2564"/>
            <ac:spMk id="4" creationId="{0AFA5BE8-AF9C-2406-222A-6B3E33169A38}"/>
          </ac:spMkLst>
        </pc:spChg>
        <pc:spChg chg="mod">
          <ac:chgData name="" userId="" providerId="" clId="Web-{AD3BE41B-05CF-4267-9DF7-E50A4EBEAE2A}" dt="2026-03-25T14:00:28.317" v="1" actId="34807"/>
          <ac:spMkLst>
            <pc:docMk/>
            <pc:sldMk cId="2148230410" sldId="2564"/>
            <ac:spMk id="5" creationId="{2CC750A9-D6A0-9E49-E70C-405669A2CABB}"/>
          </ac:spMkLst>
        </pc:spChg>
        <pc:spChg chg="mod">
          <ac:chgData name="" userId="" providerId="" clId="Web-{AD3BE41B-05CF-4267-9DF7-E50A4EBEAE2A}" dt="2026-03-25T14:00:28.317" v="1" actId="34807"/>
          <ac:spMkLst>
            <pc:docMk/>
            <pc:sldMk cId="2148230410" sldId="2564"/>
            <ac:spMk id="6" creationId="{FE42D2E4-494B-5E3D-6A97-359BEF2CABDD}"/>
          </ac:spMkLst>
        </pc:spChg>
      </pc:sldChg>
      <pc:sldChg chg="modSp add mod modTransition modClrScheme addAnim chgLayout">
        <pc:chgData name="" userId="" providerId="" clId="Web-{AD3BE41B-05CF-4267-9DF7-E50A4EBEAE2A}" dt="2026-03-25T14:00:28.317" v="8" actId="34807"/>
        <pc:sldMkLst>
          <pc:docMk/>
          <pc:sldMk cId="4204714333" sldId="2565"/>
        </pc:sldMkLst>
        <pc:spChg chg="mod">
          <ac:chgData name="" userId="" providerId="" clId="Web-{AD3BE41B-05CF-4267-9DF7-E50A4EBEAE2A}" dt="2026-03-25T14:00:28.317" v="1" actId="34807"/>
          <ac:spMkLst>
            <pc:docMk/>
            <pc:sldMk cId="4204714333" sldId="2565"/>
            <ac:spMk id="2" creationId="{3792F236-0F47-97CA-C05D-982151BB9624}"/>
          </ac:spMkLst>
        </pc:spChg>
        <pc:spChg chg="mod">
          <ac:chgData name="" userId="" providerId="" clId="Web-{AD3BE41B-05CF-4267-9DF7-E50A4EBEAE2A}" dt="2026-03-25T14:00:28.317" v="1" actId="34807"/>
          <ac:spMkLst>
            <pc:docMk/>
            <pc:sldMk cId="4204714333" sldId="2565"/>
            <ac:spMk id="3" creationId="{FD1DE6EC-5D9E-804A-EE66-226510174C9E}"/>
          </ac:spMkLst>
        </pc:spChg>
        <pc:spChg chg="mod">
          <ac:chgData name="" userId="" providerId="" clId="Web-{AD3BE41B-05CF-4267-9DF7-E50A4EBEAE2A}" dt="2026-03-25T14:00:28.317" v="1" actId="34807"/>
          <ac:spMkLst>
            <pc:docMk/>
            <pc:sldMk cId="4204714333" sldId="2565"/>
            <ac:spMk id="4" creationId="{C2C661D0-E34A-9AFA-6CBA-9C5470228755}"/>
          </ac:spMkLst>
        </pc:spChg>
        <pc:spChg chg="mod">
          <ac:chgData name="" userId="" providerId="" clId="Web-{AD3BE41B-05CF-4267-9DF7-E50A4EBEAE2A}" dt="2026-03-25T14:00:28.317" v="1" actId="34807"/>
          <ac:spMkLst>
            <pc:docMk/>
            <pc:sldMk cId="4204714333" sldId="2565"/>
            <ac:spMk id="5" creationId="{CE708D3B-932F-1DED-D0DF-E29C3C8344BE}"/>
          </ac:spMkLst>
        </pc:spChg>
        <pc:spChg chg="mod">
          <ac:chgData name="" userId="" providerId="" clId="Web-{AD3BE41B-05CF-4267-9DF7-E50A4EBEAE2A}" dt="2026-03-25T14:00:28.317" v="1" actId="34807"/>
          <ac:spMkLst>
            <pc:docMk/>
            <pc:sldMk cId="4204714333" sldId="2565"/>
            <ac:spMk id="6" creationId="{8FDB7D0B-BA6B-2384-36A3-A9DCAE5BE198}"/>
          </ac:spMkLst>
        </pc:spChg>
      </pc:sldChg>
      <pc:sldChg chg="modSp add mod modTransition modClrScheme addAnim chgLayout">
        <pc:chgData name="" userId="" providerId="" clId="Web-{AD3BE41B-05CF-4267-9DF7-E50A4EBEAE2A}" dt="2026-03-25T14:00:28.317" v="9" actId="34807"/>
        <pc:sldMkLst>
          <pc:docMk/>
          <pc:sldMk cId="2882439074" sldId="2566"/>
        </pc:sldMkLst>
        <pc:spChg chg="mod">
          <ac:chgData name="" userId="" providerId="" clId="Web-{AD3BE41B-05CF-4267-9DF7-E50A4EBEAE2A}" dt="2026-03-25T14:00:28.317" v="1" actId="34807"/>
          <ac:spMkLst>
            <pc:docMk/>
            <pc:sldMk cId="2882439074" sldId="2566"/>
            <ac:spMk id="2" creationId="{23A54275-597A-99A8-2C85-7B7AED326031}"/>
          </ac:spMkLst>
        </pc:spChg>
        <pc:spChg chg="mod">
          <ac:chgData name="" userId="" providerId="" clId="Web-{AD3BE41B-05CF-4267-9DF7-E50A4EBEAE2A}" dt="2026-03-25T14:00:28.317" v="1" actId="34807"/>
          <ac:spMkLst>
            <pc:docMk/>
            <pc:sldMk cId="2882439074" sldId="2566"/>
            <ac:spMk id="3" creationId="{74412359-F409-1886-7020-56C4E9A6C9B8}"/>
          </ac:spMkLst>
        </pc:spChg>
        <pc:spChg chg="mod">
          <ac:chgData name="" userId="" providerId="" clId="Web-{AD3BE41B-05CF-4267-9DF7-E50A4EBEAE2A}" dt="2026-03-25T14:00:28.317" v="1" actId="34807"/>
          <ac:spMkLst>
            <pc:docMk/>
            <pc:sldMk cId="2882439074" sldId="2566"/>
            <ac:spMk id="4" creationId="{E74660C7-0E91-EA5F-C5C9-E8EAEF9E722B}"/>
          </ac:spMkLst>
        </pc:spChg>
        <pc:spChg chg="mod">
          <ac:chgData name="" userId="" providerId="" clId="Web-{AD3BE41B-05CF-4267-9DF7-E50A4EBEAE2A}" dt="2026-03-25T14:00:28.317" v="1" actId="34807"/>
          <ac:spMkLst>
            <pc:docMk/>
            <pc:sldMk cId="2882439074" sldId="2566"/>
            <ac:spMk id="5" creationId="{F8F6B1FF-5D4D-6D52-9914-ADE021231561}"/>
          </ac:spMkLst>
        </pc:spChg>
        <pc:spChg chg="mod">
          <ac:chgData name="" userId="" providerId="" clId="Web-{AD3BE41B-05CF-4267-9DF7-E50A4EBEAE2A}" dt="2026-03-25T14:00:28.317" v="1" actId="34807"/>
          <ac:spMkLst>
            <pc:docMk/>
            <pc:sldMk cId="2882439074" sldId="2566"/>
            <ac:spMk id="6" creationId="{56B4D82B-91CB-589E-5AC5-BA6830E73262}"/>
          </ac:spMkLst>
        </pc:spChg>
      </pc:sldChg>
      <pc:sldChg chg="modSp add mod modTransition modClrScheme addAnim chgLayout">
        <pc:chgData name="" userId="" providerId="" clId="Web-{AD3BE41B-05CF-4267-9DF7-E50A4EBEAE2A}" dt="2026-03-25T14:00:28.317" v="10" actId="34807"/>
        <pc:sldMkLst>
          <pc:docMk/>
          <pc:sldMk cId="2250830254" sldId="2567"/>
        </pc:sldMkLst>
        <pc:spChg chg="mod">
          <ac:chgData name="" userId="" providerId="" clId="Web-{AD3BE41B-05CF-4267-9DF7-E50A4EBEAE2A}" dt="2026-03-25T14:00:28.317" v="1" actId="34807"/>
          <ac:spMkLst>
            <pc:docMk/>
            <pc:sldMk cId="2250830254" sldId="2567"/>
            <ac:spMk id="2" creationId="{10F612EE-69C6-D717-1FB1-18FE032E559C}"/>
          </ac:spMkLst>
        </pc:spChg>
        <pc:spChg chg="mod">
          <ac:chgData name="" userId="" providerId="" clId="Web-{AD3BE41B-05CF-4267-9DF7-E50A4EBEAE2A}" dt="2026-03-25T14:00:28.317" v="1" actId="34807"/>
          <ac:spMkLst>
            <pc:docMk/>
            <pc:sldMk cId="2250830254" sldId="2567"/>
            <ac:spMk id="3" creationId="{8300272D-7B51-5C93-EEC6-71E50E3523EB}"/>
          </ac:spMkLst>
        </pc:spChg>
        <pc:spChg chg="mod">
          <ac:chgData name="" userId="" providerId="" clId="Web-{AD3BE41B-05CF-4267-9DF7-E50A4EBEAE2A}" dt="2026-03-25T14:00:28.317" v="1" actId="34807"/>
          <ac:spMkLst>
            <pc:docMk/>
            <pc:sldMk cId="2250830254" sldId="2567"/>
            <ac:spMk id="4" creationId="{E12E8203-CB05-7CAD-048F-7AD533BE62BB}"/>
          </ac:spMkLst>
        </pc:spChg>
        <pc:spChg chg="mod">
          <ac:chgData name="" userId="" providerId="" clId="Web-{AD3BE41B-05CF-4267-9DF7-E50A4EBEAE2A}" dt="2026-03-25T14:00:28.317" v="1" actId="34807"/>
          <ac:spMkLst>
            <pc:docMk/>
            <pc:sldMk cId="2250830254" sldId="2567"/>
            <ac:spMk id="5" creationId="{504D87F9-4187-4F27-008D-182467BA9786}"/>
          </ac:spMkLst>
        </pc:spChg>
        <pc:spChg chg="mod">
          <ac:chgData name="" userId="" providerId="" clId="Web-{AD3BE41B-05CF-4267-9DF7-E50A4EBEAE2A}" dt="2026-03-25T14:00:28.317" v="1" actId="34807"/>
          <ac:spMkLst>
            <pc:docMk/>
            <pc:sldMk cId="2250830254" sldId="2567"/>
            <ac:spMk id="6" creationId="{22715110-325F-95CF-EC68-6FC19CA50F99}"/>
          </ac:spMkLst>
        </pc:spChg>
      </pc:sldChg>
      <pc:sldChg chg="modSp add mod modTransition modClrScheme addAnim chgLayout">
        <pc:chgData name="" userId="" providerId="" clId="Web-{AD3BE41B-05CF-4267-9DF7-E50A4EBEAE2A}" dt="2026-03-25T14:00:28.317" v="11" actId="34807"/>
        <pc:sldMkLst>
          <pc:docMk/>
          <pc:sldMk cId="783255558" sldId="2568"/>
        </pc:sldMkLst>
        <pc:spChg chg="mod">
          <ac:chgData name="" userId="" providerId="" clId="Web-{AD3BE41B-05CF-4267-9DF7-E50A4EBEAE2A}" dt="2026-03-25T14:00:28.317" v="1" actId="34807"/>
          <ac:spMkLst>
            <pc:docMk/>
            <pc:sldMk cId="783255558" sldId="2568"/>
            <ac:spMk id="2" creationId="{D979420B-5F00-8E5E-BAFF-8B7092833642}"/>
          </ac:spMkLst>
        </pc:spChg>
        <pc:spChg chg="mod">
          <ac:chgData name="" userId="" providerId="" clId="Web-{AD3BE41B-05CF-4267-9DF7-E50A4EBEAE2A}" dt="2026-03-25T14:00:28.317" v="1" actId="34807"/>
          <ac:spMkLst>
            <pc:docMk/>
            <pc:sldMk cId="783255558" sldId="2568"/>
            <ac:spMk id="4" creationId="{DC2791A9-D3DE-29B3-D777-69F374EFC773}"/>
          </ac:spMkLst>
        </pc:spChg>
        <pc:spChg chg="mod">
          <ac:chgData name="" userId="" providerId="" clId="Web-{AD3BE41B-05CF-4267-9DF7-E50A4EBEAE2A}" dt="2026-03-25T14:00:28.317" v="1" actId="34807"/>
          <ac:spMkLst>
            <pc:docMk/>
            <pc:sldMk cId="783255558" sldId="2568"/>
            <ac:spMk id="5" creationId="{68783C2B-0391-D674-087C-9D4774517D6B}"/>
          </ac:spMkLst>
        </pc:spChg>
        <pc:spChg chg="mod">
          <ac:chgData name="" userId="" providerId="" clId="Web-{AD3BE41B-05CF-4267-9DF7-E50A4EBEAE2A}" dt="2026-03-25T14:00:28.317" v="1" actId="34807"/>
          <ac:spMkLst>
            <pc:docMk/>
            <pc:sldMk cId="783255558" sldId="2568"/>
            <ac:spMk id="6" creationId="{B93A8781-F7CB-61A9-5DA9-BF6D68D6F3BA}"/>
          </ac:spMkLst>
        </pc:spChg>
      </pc:sldChg>
      <pc:sldChg chg="modSp add mod modTransition modClrScheme addAnim chgLayout">
        <pc:chgData name="" userId="" providerId="" clId="Web-{AD3BE41B-05CF-4267-9DF7-E50A4EBEAE2A}" dt="2026-03-25T14:00:28.317" v="12" actId="34807"/>
        <pc:sldMkLst>
          <pc:docMk/>
          <pc:sldMk cId="1465682943" sldId="2569"/>
        </pc:sldMkLst>
        <pc:spChg chg="mod">
          <ac:chgData name="" userId="" providerId="" clId="Web-{AD3BE41B-05CF-4267-9DF7-E50A4EBEAE2A}" dt="2026-03-25T14:00:28.317" v="1" actId="34807"/>
          <ac:spMkLst>
            <pc:docMk/>
            <pc:sldMk cId="1465682943" sldId="2569"/>
            <ac:spMk id="2" creationId="{B2075583-1F7B-1BB8-70AC-5177498F4F11}"/>
          </ac:spMkLst>
        </pc:spChg>
        <pc:spChg chg="mod">
          <ac:chgData name="" userId="" providerId="" clId="Web-{AD3BE41B-05CF-4267-9DF7-E50A4EBEAE2A}" dt="2026-03-25T14:00:28.317" v="1" actId="34807"/>
          <ac:spMkLst>
            <pc:docMk/>
            <pc:sldMk cId="1465682943" sldId="2569"/>
            <ac:spMk id="3" creationId="{E37059CC-8070-AF47-C5C0-E6239C8B98AD}"/>
          </ac:spMkLst>
        </pc:spChg>
        <pc:spChg chg="mod">
          <ac:chgData name="" userId="" providerId="" clId="Web-{AD3BE41B-05CF-4267-9DF7-E50A4EBEAE2A}" dt="2026-03-25T14:00:28.317" v="1" actId="34807"/>
          <ac:spMkLst>
            <pc:docMk/>
            <pc:sldMk cId="1465682943" sldId="2569"/>
            <ac:spMk id="4" creationId="{8B63F08C-138F-C693-0FD2-DD2E97943C36}"/>
          </ac:spMkLst>
        </pc:spChg>
        <pc:spChg chg="mod">
          <ac:chgData name="" userId="" providerId="" clId="Web-{AD3BE41B-05CF-4267-9DF7-E50A4EBEAE2A}" dt="2026-03-25T14:00:28.317" v="1" actId="34807"/>
          <ac:spMkLst>
            <pc:docMk/>
            <pc:sldMk cId="1465682943" sldId="2569"/>
            <ac:spMk id="5" creationId="{1A68AF3C-8561-CADF-EC68-5B4EEFE10097}"/>
          </ac:spMkLst>
        </pc:spChg>
        <pc:spChg chg="mod">
          <ac:chgData name="" userId="" providerId="" clId="Web-{AD3BE41B-05CF-4267-9DF7-E50A4EBEAE2A}" dt="2026-03-25T14:00:28.317" v="1" actId="34807"/>
          <ac:spMkLst>
            <pc:docMk/>
            <pc:sldMk cId="1465682943" sldId="2569"/>
            <ac:spMk id="6" creationId="{AB0EBCAA-1451-B216-C171-0B9B8A1F5637}"/>
          </ac:spMkLst>
        </pc:spChg>
      </pc:sldChg>
      <pc:sldChg chg="addSp delSp modSp add mod modTransition modClrScheme chgLayout">
        <pc:chgData name="" userId="" providerId="" clId="Web-{AD3BE41B-05CF-4267-9DF7-E50A4EBEAE2A}" dt="2026-03-25T14:00:28.317" v="1" actId="34807"/>
        <pc:sldMkLst>
          <pc:docMk/>
          <pc:sldMk cId="2197546485" sldId="2570"/>
        </pc:sldMkLst>
        <pc:spChg chg="mod">
          <ac:chgData name="" userId="" providerId="" clId="Web-{AD3BE41B-05CF-4267-9DF7-E50A4EBEAE2A}" dt="2026-03-25T14:00:28.317" v="1" actId="34807"/>
          <ac:spMkLst>
            <pc:docMk/>
            <pc:sldMk cId="2197546485" sldId="2570"/>
            <ac:spMk id="2" creationId="{2A2B56E1-023E-DAEE-FC15-4913393FBED0}"/>
          </ac:spMkLst>
        </pc:spChg>
        <pc:spChg chg="del">
          <ac:chgData name="" userId="" providerId="" clId="Web-{AD3BE41B-05CF-4267-9DF7-E50A4EBEAE2A}" dt="2026-03-25T14:00:28.317" v="1" actId="34807"/>
          <ac:spMkLst>
            <pc:docMk/>
            <pc:sldMk cId="2197546485" sldId="2570"/>
            <ac:spMk id="3" creationId="{123DC34A-1400-CC37-8A5A-65397EF93490}"/>
          </ac:spMkLst>
        </pc:spChg>
        <pc:spChg chg="mod">
          <ac:chgData name="" userId="" providerId="" clId="Web-{AD3BE41B-05CF-4267-9DF7-E50A4EBEAE2A}" dt="2026-03-25T14:00:28.317" v="1" actId="34807"/>
          <ac:spMkLst>
            <pc:docMk/>
            <pc:sldMk cId="2197546485" sldId="2570"/>
            <ac:spMk id="4" creationId="{7FE2B455-1A2E-185C-70A8-170C6DAA1FDE}"/>
          </ac:spMkLst>
        </pc:spChg>
        <pc:spChg chg="mod">
          <ac:chgData name="" userId="" providerId="" clId="Web-{AD3BE41B-05CF-4267-9DF7-E50A4EBEAE2A}" dt="2026-03-25T14:00:28.317" v="1" actId="34807"/>
          <ac:spMkLst>
            <pc:docMk/>
            <pc:sldMk cId="2197546485" sldId="2570"/>
            <ac:spMk id="5" creationId="{7D5D6612-55C9-8B62-1930-64223000D072}"/>
          </ac:spMkLst>
        </pc:spChg>
        <pc:spChg chg="mod">
          <ac:chgData name="" userId="" providerId="" clId="Web-{AD3BE41B-05CF-4267-9DF7-E50A4EBEAE2A}" dt="2026-03-25T14:00:28.317" v="1" actId="34807"/>
          <ac:spMkLst>
            <pc:docMk/>
            <pc:sldMk cId="2197546485" sldId="2570"/>
            <ac:spMk id="6" creationId="{506A750B-CA65-C651-94DF-0139B8A84AE1}"/>
          </ac:spMkLst>
        </pc:spChg>
        <pc:graphicFrameChg chg="add mod">
          <ac:chgData name="" userId="" providerId="" clId="Web-{AD3BE41B-05CF-4267-9DF7-E50A4EBEAE2A}" dt="2026-03-25T14:00:28.317" v="1" actId="34807"/>
          <ac:graphicFrameMkLst>
            <pc:docMk/>
            <pc:sldMk cId="2197546485" sldId="2570"/>
            <ac:graphicFrameMk id="10" creationId="{DB42D4C1-5A05-12FE-41C7-C6CC5D8071F0}"/>
          </ac:graphicFrameMkLst>
        </pc:graphicFrameChg>
      </pc:sldChg>
      <pc:sldChg chg="addSp delSp modSp add mod modTransition modClrScheme chgLayout">
        <pc:chgData name="" userId="" providerId="" clId="Web-{AD3BE41B-05CF-4267-9DF7-E50A4EBEAE2A}" dt="2026-03-25T14:00:28.317" v="1" actId="34807"/>
        <pc:sldMkLst>
          <pc:docMk/>
          <pc:sldMk cId="3666754077" sldId="2571"/>
        </pc:sldMkLst>
        <pc:spChg chg="mod">
          <ac:chgData name="" userId="" providerId="" clId="Web-{AD3BE41B-05CF-4267-9DF7-E50A4EBEAE2A}" dt="2026-03-25T14:00:28.317" v="1" actId="34807"/>
          <ac:spMkLst>
            <pc:docMk/>
            <pc:sldMk cId="3666754077" sldId="2571"/>
            <ac:spMk id="2" creationId="{EA02A1A3-0074-8F0D-D133-4D928DB3DD11}"/>
          </ac:spMkLst>
        </pc:spChg>
        <pc:spChg chg="del">
          <ac:chgData name="" userId="" providerId="" clId="Web-{AD3BE41B-05CF-4267-9DF7-E50A4EBEAE2A}" dt="2026-03-25T14:00:28.317" v="1" actId="34807"/>
          <ac:spMkLst>
            <pc:docMk/>
            <pc:sldMk cId="3666754077" sldId="2571"/>
            <ac:spMk id="3" creationId="{3B83E3F3-FF60-02F0-4392-F82E40A9A852}"/>
          </ac:spMkLst>
        </pc:spChg>
        <pc:spChg chg="mod">
          <ac:chgData name="" userId="" providerId="" clId="Web-{AD3BE41B-05CF-4267-9DF7-E50A4EBEAE2A}" dt="2026-03-25T14:00:28.317" v="1" actId="34807"/>
          <ac:spMkLst>
            <pc:docMk/>
            <pc:sldMk cId="3666754077" sldId="2571"/>
            <ac:spMk id="4" creationId="{152F054E-566F-5EEA-5CD4-63FBB11DB178}"/>
          </ac:spMkLst>
        </pc:spChg>
        <pc:spChg chg="mod">
          <ac:chgData name="" userId="" providerId="" clId="Web-{AD3BE41B-05CF-4267-9DF7-E50A4EBEAE2A}" dt="2026-03-25T14:00:28.317" v="1" actId="34807"/>
          <ac:spMkLst>
            <pc:docMk/>
            <pc:sldMk cId="3666754077" sldId="2571"/>
            <ac:spMk id="5" creationId="{850D8BBF-9DE0-26D1-ED88-47739F73087E}"/>
          </ac:spMkLst>
        </pc:spChg>
        <pc:spChg chg="mod">
          <ac:chgData name="" userId="" providerId="" clId="Web-{AD3BE41B-05CF-4267-9DF7-E50A4EBEAE2A}" dt="2026-03-25T14:00:28.317" v="1" actId="34807"/>
          <ac:spMkLst>
            <pc:docMk/>
            <pc:sldMk cId="3666754077" sldId="2571"/>
            <ac:spMk id="6" creationId="{C4ACC0FB-5622-D1CD-004C-A8857F89D8B1}"/>
          </ac:spMkLst>
        </pc:spChg>
        <pc:graphicFrameChg chg="add mod">
          <ac:chgData name="" userId="" providerId="" clId="Web-{AD3BE41B-05CF-4267-9DF7-E50A4EBEAE2A}" dt="2026-03-25T14:00:28.317" v="1" actId="34807"/>
          <ac:graphicFrameMkLst>
            <pc:docMk/>
            <pc:sldMk cId="3666754077" sldId="2571"/>
            <ac:graphicFrameMk id="10" creationId="{E1BA35F2-8233-8EA0-61B0-630EB4ABB54F}"/>
          </ac:graphicFrameMkLst>
        </pc:graphicFrameChg>
      </pc:sldChg>
      <pc:sldChg chg="addSp delSp modSp add mod modTransition modClrScheme chgLayout">
        <pc:chgData name="" userId="" providerId="" clId="Web-{AD3BE41B-05CF-4267-9DF7-E50A4EBEAE2A}" dt="2026-03-25T14:00:28.317" v="1" actId="34807"/>
        <pc:sldMkLst>
          <pc:docMk/>
          <pc:sldMk cId="2339400101" sldId="2572"/>
        </pc:sldMkLst>
        <pc:spChg chg="mod">
          <ac:chgData name="" userId="" providerId="" clId="Web-{AD3BE41B-05CF-4267-9DF7-E50A4EBEAE2A}" dt="2026-03-25T14:00:28.317" v="1" actId="34807"/>
          <ac:spMkLst>
            <pc:docMk/>
            <pc:sldMk cId="2339400101" sldId="2572"/>
            <ac:spMk id="2" creationId="{6ABE7FFC-117F-009B-3185-E62CEF966FA5}"/>
          </ac:spMkLst>
        </pc:spChg>
        <pc:spChg chg="del">
          <ac:chgData name="" userId="" providerId="" clId="Web-{AD3BE41B-05CF-4267-9DF7-E50A4EBEAE2A}" dt="2026-03-25T14:00:28.317" v="1" actId="34807"/>
          <ac:spMkLst>
            <pc:docMk/>
            <pc:sldMk cId="2339400101" sldId="2572"/>
            <ac:spMk id="3" creationId="{B71D3EA0-0A20-864B-83E1-E6C121E7BA28}"/>
          </ac:spMkLst>
        </pc:spChg>
        <pc:spChg chg="mod">
          <ac:chgData name="" userId="" providerId="" clId="Web-{AD3BE41B-05CF-4267-9DF7-E50A4EBEAE2A}" dt="2026-03-25T14:00:28.317" v="1" actId="34807"/>
          <ac:spMkLst>
            <pc:docMk/>
            <pc:sldMk cId="2339400101" sldId="2572"/>
            <ac:spMk id="4" creationId="{DE8CEDA0-F192-337B-7246-3E96A2C9D3BF}"/>
          </ac:spMkLst>
        </pc:spChg>
        <pc:spChg chg="mod">
          <ac:chgData name="" userId="" providerId="" clId="Web-{AD3BE41B-05CF-4267-9DF7-E50A4EBEAE2A}" dt="2026-03-25T14:00:28.317" v="1" actId="34807"/>
          <ac:spMkLst>
            <pc:docMk/>
            <pc:sldMk cId="2339400101" sldId="2572"/>
            <ac:spMk id="5" creationId="{318246B7-4989-61B9-8284-9A140BB94C05}"/>
          </ac:spMkLst>
        </pc:spChg>
        <pc:spChg chg="mod">
          <ac:chgData name="" userId="" providerId="" clId="Web-{AD3BE41B-05CF-4267-9DF7-E50A4EBEAE2A}" dt="2026-03-25T14:00:28.317" v="1" actId="34807"/>
          <ac:spMkLst>
            <pc:docMk/>
            <pc:sldMk cId="2339400101" sldId="2572"/>
            <ac:spMk id="6" creationId="{1BDA1F15-27BF-DD74-8310-23A6FC9C5777}"/>
          </ac:spMkLst>
        </pc:spChg>
        <pc:graphicFrameChg chg="add mod">
          <ac:chgData name="" userId="" providerId="" clId="Web-{AD3BE41B-05CF-4267-9DF7-E50A4EBEAE2A}" dt="2026-03-25T14:00:28.317" v="1" actId="34807"/>
          <ac:graphicFrameMkLst>
            <pc:docMk/>
            <pc:sldMk cId="2339400101" sldId="2572"/>
            <ac:graphicFrameMk id="10" creationId="{EDCD08E6-6DED-E037-479A-1F033605A839}"/>
          </ac:graphicFrameMkLst>
        </pc:graphicFrameChg>
      </pc:sldChg>
      <pc:sldChg chg="modSp add mod modTransition modClrScheme addAnim chgLayout">
        <pc:chgData name="" userId="" providerId="" clId="Web-{AD3BE41B-05CF-4267-9DF7-E50A4EBEAE2A}" dt="2026-03-25T14:00:28.317" v="13" actId="34807"/>
        <pc:sldMkLst>
          <pc:docMk/>
          <pc:sldMk cId="2637417368" sldId="2573"/>
        </pc:sldMkLst>
        <pc:spChg chg="mod">
          <ac:chgData name="" userId="" providerId="" clId="Web-{AD3BE41B-05CF-4267-9DF7-E50A4EBEAE2A}" dt="2026-03-25T14:00:28.317" v="1" actId="34807"/>
          <ac:spMkLst>
            <pc:docMk/>
            <pc:sldMk cId="2637417368" sldId="2573"/>
            <ac:spMk id="2" creationId="{6894F5CE-D443-251D-A65C-22921F82B7E6}"/>
          </ac:spMkLst>
        </pc:spChg>
        <pc:spChg chg="mod">
          <ac:chgData name="" userId="" providerId="" clId="Web-{AD3BE41B-05CF-4267-9DF7-E50A4EBEAE2A}" dt="2026-03-25T14:00:28.317" v="1" actId="34807"/>
          <ac:spMkLst>
            <pc:docMk/>
            <pc:sldMk cId="2637417368" sldId="2573"/>
            <ac:spMk id="3" creationId="{453B8E21-E018-E153-BDF4-914567AE4CD4}"/>
          </ac:spMkLst>
        </pc:spChg>
        <pc:spChg chg="mod">
          <ac:chgData name="" userId="" providerId="" clId="Web-{AD3BE41B-05CF-4267-9DF7-E50A4EBEAE2A}" dt="2026-03-25T14:00:28.317" v="1" actId="34807"/>
          <ac:spMkLst>
            <pc:docMk/>
            <pc:sldMk cId="2637417368" sldId="2573"/>
            <ac:spMk id="4" creationId="{A48F4D26-BD2F-EA6A-EAF8-1CC7D22FBA85}"/>
          </ac:spMkLst>
        </pc:spChg>
        <pc:spChg chg="mod">
          <ac:chgData name="" userId="" providerId="" clId="Web-{AD3BE41B-05CF-4267-9DF7-E50A4EBEAE2A}" dt="2026-03-25T14:00:28.317" v="1" actId="34807"/>
          <ac:spMkLst>
            <pc:docMk/>
            <pc:sldMk cId="2637417368" sldId="2573"/>
            <ac:spMk id="5" creationId="{A78A5464-B98F-442F-2784-489A763B7A33}"/>
          </ac:spMkLst>
        </pc:spChg>
        <pc:spChg chg="mod">
          <ac:chgData name="" userId="" providerId="" clId="Web-{AD3BE41B-05CF-4267-9DF7-E50A4EBEAE2A}" dt="2026-03-25T14:00:28.317" v="1" actId="34807"/>
          <ac:spMkLst>
            <pc:docMk/>
            <pc:sldMk cId="2637417368" sldId="2573"/>
            <ac:spMk id="6" creationId="{9213CEFC-A69F-8E45-409D-A0FA829CF2C1}"/>
          </ac:spMkLst>
        </pc:spChg>
      </pc:sldChg>
      <pc:sldChg chg="modSp add mod modTransition modClrScheme addAnim chgLayout">
        <pc:chgData name="" userId="" providerId="" clId="Web-{AD3BE41B-05CF-4267-9DF7-E50A4EBEAE2A}" dt="2026-03-25T14:00:28.317" v="14" actId="34807"/>
        <pc:sldMkLst>
          <pc:docMk/>
          <pc:sldMk cId="1296168117" sldId="2574"/>
        </pc:sldMkLst>
        <pc:spChg chg="mod">
          <ac:chgData name="" userId="" providerId="" clId="Web-{AD3BE41B-05CF-4267-9DF7-E50A4EBEAE2A}" dt="2026-03-25T14:00:28.317" v="1" actId="34807"/>
          <ac:spMkLst>
            <pc:docMk/>
            <pc:sldMk cId="1296168117" sldId="2574"/>
            <ac:spMk id="2" creationId="{AAA3643A-A712-133F-D5C7-D36BB0E6540A}"/>
          </ac:spMkLst>
        </pc:spChg>
        <pc:spChg chg="mod">
          <ac:chgData name="" userId="" providerId="" clId="Web-{AD3BE41B-05CF-4267-9DF7-E50A4EBEAE2A}" dt="2026-03-25T14:00:28.317" v="1" actId="34807"/>
          <ac:spMkLst>
            <pc:docMk/>
            <pc:sldMk cId="1296168117" sldId="2574"/>
            <ac:spMk id="4" creationId="{D436D200-2393-D1F0-ECA2-4982CA656ED0}"/>
          </ac:spMkLst>
        </pc:spChg>
        <pc:spChg chg="mod">
          <ac:chgData name="" userId="" providerId="" clId="Web-{AD3BE41B-05CF-4267-9DF7-E50A4EBEAE2A}" dt="2026-03-25T14:00:28.317" v="1" actId="34807"/>
          <ac:spMkLst>
            <pc:docMk/>
            <pc:sldMk cId="1296168117" sldId="2574"/>
            <ac:spMk id="5" creationId="{1BC6106C-5CFF-20A6-56F5-6EB6A7EA8461}"/>
          </ac:spMkLst>
        </pc:spChg>
        <pc:spChg chg="mod">
          <ac:chgData name="" userId="" providerId="" clId="Web-{AD3BE41B-05CF-4267-9DF7-E50A4EBEAE2A}" dt="2026-03-25T14:00:28.317" v="1" actId="34807"/>
          <ac:spMkLst>
            <pc:docMk/>
            <pc:sldMk cId="1296168117" sldId="2574"/>
            <ac:spMk id="6" creationId="{02F1B224-8380-0433-3624-5B816E5E4C22}"/>
          </ac:spMkLst>
        </pc:spChg>
      </pc:sldChg>
      <pc:sldChg chg="modSp add mod modTransition modClrScheme addAnim chgLayout">
        <pc:chgData name="" userId="" providerId="" clId="Web-{AD3BE41B-05CF-4267-9DF7-E50A4EBEAE2A}" dt="2026-03-25T14:00:28.317" v="15" actId="34807"/>
        <pc:sldMkLst>
          <pc:docMk/>
          <pc:sldMk cId="485688728" sldId="2575"/>
        </pc:sldMkLst>
        <pc:spChg chg="mod">
          <ac:chgData name="" userId="" providerId="" clId="Web-{AD3BE41B-05CF-4267-9DF7-E50A4EBEAE2A}" dt="2026-03-25T14:00:28.317" v="1" actId="34807"/>
          <ac:spMkLst>
            <pc:docMk/>
            <pc:sldMk cId="485688728" sldId="2575"/>
            <ac:spMk id="2" creationId="{B8BD8E89-9B34-FC88-9E6D-682D2A1B0620}"/>
          </ac:spMkLst>
        </pc:spChg>
        <pc:spChg chg="mod">
          <ac:chgData name="" userId="" providerId="" clId="Web-{AD3BE41B-05CF-4267-9DF7-E50A4EBEAE2A}" dt="2026-03-25T14:00:28.317" v="1" actId="34807"/>
          <ac:spMkLst>
            <pc:docMk/>
            <pc:sldMk cId="485688728" sldId="2575"/>
            <ac:spMk id="3" creationId="{F645AF10-6BA5-FEA6-350F-5EC8B38D7DEB}"/>
          </ac:spMkLst>
        </pc:spChg>
        <pc:spChg chg="mod">
          <ac:chgData name="" userId="" providerId="" clId="Web-{AD3BE41B-05CF-4267-9DF7-E50A4EBEAE2A}" dt="2026-03-25T14:00:28.317" v="1" actId="34807"/>
          <ac:spMkLst>
            <pc:docMk/>
            <pc:sldMk cId="485688728" sldId="2575"/>
            <ac:spMk id="4" creationId="{B20416B7-AB7E-7EB2-1F38-8E5ABA2FF032}"/>
          </ac:spMkLst>
        </pc:spChg>
        <pc:spChg chg="mod">
          <ac:chgData name="" userId="" providerId="" clId="Web-{AD3BE41B-05CF-4267-9DF7-E50A4EBEAE2A}" dt="2026-03-25T14:00:28.317" v="1" actId="34807"/>
          <ac:spMkLst>
            <pc:docMk/>
            <pc:sldMk cId="485688728" sldId="2575"/>
            <ac:spMk id="5" creationId="{B1977A24-2308-7743-405A-16EF3F5C90AE}"/>
          </ac:spMkLst>
        </pc:spChg>
        <pc:spChg chg="mod">
          <ac:chgData name="" userId="" providerId="" clId="Web-{AD3BE41B-05CF-4267-9DF7-E50A4EBEAE2A}" dt="2026-03-25T14:00:28.317" v="1" actId="34807"/>
          <ac:spMkLst>
            <pc:docMk/>
            <pc:sldMk cId="485688728" sldId="2575"/>
            <ac:spMk id="6" creationId="{48099330-B39F-EC23-A863-BAF54A99CFBB}"/>
          </ac:spMkLst>
        </pc:spChg>
      </pc:sldChg>
      <pc:sldChg chg="modSp add mod modTransition modClrScheme addAnim chgLayout">
        <pc:chgData name="" userId="" providerId="" clId="Web-{AD3BE41B-05CF-4267-9DF7-E50A4EBEAE2A}" dt="2026-03-25T14:00:28.317" v="16" actId="34807"/>
        <pc:sldMkLst>
          <pc:docMk/>
          <pc:sldMk cId="1404570115" sldId="2576"/>
        </pc:sldMkLst>
        <pc:spChg chg="mod">
          <ac:chgData name="" userId="" providerId="" clId="Web-{AD3BE41B-05CF-4267-9DF7-E50A4EBEAE2A}" dt="2026-03-25T14:00:28.317" v="1" actId="34807"/>
          <ac:spMkLst>
            <pc:docMk/>
            <pc:sldMk cId="1404570115" sldId="2576"/>
            <ac:spMk id="2" creationId="{21CB97E7-FE73-6B28-9E64-E088A039E400}"/>
          </ac:spMkLst>
        </pc:spChg>
        <pc:spChg chg="mod">
          <ac:chgData name="" userId="" providerId="" clId="Web-{AD3BE41B-05CF-4267-9DF7-E50A4EBEAE2A}" dt="2026-03-25T14:00:28.317" v="1" actId="34807"/>
          <ac:spMkLst>
            <pc:docMk/>
            <pc:sldMk cId="1404570115" sldId="2576"/>
            <ac:spMk id="3" creationId="{2AAB12A4-C9FE-3FFA-0D67-BD5B3DE96A4C}"/>
          </ac:spMkLst>
        </pc:spChg>
        <pc:spChg chg="mod">
          <ac:chgData name="" userId="" providerId="" clId="Web-{AD3BE41B-05CF-4267-9DF7-E50A4EBEAE2A}" dt="2026-03-25T14:00:28.317" v="1" actId="34807"/>
          <ac:spMkLst>
            <pc:docMk/>
            <pc:sldMk cId="1404570115" sldId="2576"/>
            <ac:spMk id="4" creationId="{66A5338A-5205-BD2F-E7E2-241ABB3505EC}"/>
          </ac:spMkLst>
        </pc:spChg>
        <pc:spChg chg="mod">
          <ac:chgData name="" userId="" providerId="" clId="Web-{AD3BE41B-05CF-4267-9DF7-E50A4EBEAE2A}" dt="2026-03-25T14:00:28.317" v="1" actId="34807"/>
          <ac:spMkLst>
            <pc:docMk/>
            <pc:sldMk cId="1404570115" sldId="2576"/>
            <ac:spMk id="5" creationId="{7BDC3EB0-2CB9-2BBB-0722-1D0155B6B2E8}"/>
          </ac:spMkLst>
        </pc:spChg>
        <pc:spChg chg="mod">
          <ac:chgData name="" userId="" providerId="" clId="Web-{AD3BE41B-05CF-4267-9DF7-E50A4EBEAE2A}" dt="2026-03-25T14:00:28.317" v="1" actId="34807"/>
          <ac:spMkLst>
            <pc:docMk/>
            <pc:sldMk cId="1404570115" sldId="2576"/>
            <ac:spMk id="6" creationId="{0892C808-4A10-87E5-2C66-C0E5CE7A6130}"/>
          </ac:spMkLst>
        </pc:spChg>
      </pc:sldChg>
      <pc:sldChg chg="addSp delSp modSp add mod modTransition modClrScheme chgLayout">
        <pc:chgData name="" userId="" providerId="" clId="Web-{AD3BE41B-05CF-4267-9DF7-E50A4EBEAE2A}" dt="2026-03-25T14:00:28.317" v="1" actId="34807"/>
        <pc:sldMkLst>
          <pc:docMk/>
          <pc:sldMk cId="3226247965" sldId="2577"/>
        </pc:sldMkLst>
        <pc:spChg chg="mod">
          <ac:chgData name="" userId="" providerId="" clId="Web-{AD3BE41B-05CF-4267-9DF7-E50A4EBEAE2A}" dt="2026-03-25T14:00:28.317" v="1" actId="34807"/>
          <ac:spMkLst>
            <pc:docMk/>
            <pc:sldMk cId="3226247965" sldId="2577"/>
            <ac:spMk id="2" creationId="{91E4A7AE-BB92-72B1-2C4B-172D2407AEF3}"/>
          </ac:spMkLst>
        </pc:spChg>
        <pc:spChg chg="del">
          <ac:chgData name="" userId="" providerId="" clId="Web-{AD3BE41B-05CF-4267-9DF7-E50A4EBEAE2A}" dt="2026-03-25T14:00:28.317" v="1" actId="34807"/>
          <ac:spMkLst>
            <pc:docMk/>
            <pc:sldMk cId="3226247965" sldId="2577"/>
            <ac:spMk id="3" creationId="{B99F98C6-F301-D395-02FA-DAEBA479D6C6}"/>
          </ac:spMkLst>
        </pc:spChg>
        <pc:spChg chg="mod">
          <ac:chgData name="" userId="" providerId="" clId="Web-{AD3BE41B-05CF-4267-9DF7-E50A4EBEAE2A}" dt="2026-03-25T14:00:28.317" v="1" actId="34807"/>
          <ac:spMkLst>
            <pc:docMk/>
            <pc:sldMk cId="3226247965" sldId="2577"/>
            <ac:spMk id="4" creationId="{0B455E3A-08C0-8F3D-D6B7-7768BFD2F968}"/>
          </ac:spMkLst>
        </pc:spChg>
        <pc:spChg chg="mod">
          <ac:chgData name="" userId="" providerId="" clId="Web-{AD3BE41B-05CF-4267-9DF7-E50A4EBEAE2A}" dt="2026-03-25T14:00:28.317" v="1" actId="34807"/>
          <ac:spMkLst>
            <pc:docMk/>
            <pc:sldMk cId="3226247965" sldId="2577"/>
            <ac:spMk id="5" creationId="{40E2F563-F691-8208-F46C-58A9FF58D72E}"/>
          </ac:spMkLst>
        </pc:spChg>
        <pc:spChg chg="mod">
          <ac:chgData name="" userId="" providerId="" clId="Web-{AD3BE41B-05CF-4267-9DF7-E50A4EBEAE2A}" dt="2026-03-25T14:00:28.317" v="1" actId="34807"/>
          <ac:spMkLst>
            <pc:docMk/>
            <pc:sldMk cId="3226247965" sldId="2577"/>
            <ac:spMk id="6" creationId="{1FDB1E5A-3E5F-54C8-5A32-067E94CA3B55}"/>
          </ac:spMkLst>
        </pc:spChg>
        <pc:graphicFrameChg chg="add mod">
          <ac:chgData name="" userId="" providerId="" clId="Web-{AD3BE41B-05CF-4267-9DF7-E50A4EBEAE2A}" dt="2026-03-25T14:00:28.317" v="1" actId="34807"/>
          <ac:graphicFrameMkLst>
            <pc:docMk/>
            <pc:sldMk cId="3226247965" sldId="2577"/>
            <ac:graphicFrameMk id="10" creationId="{33BC9004-D189-F51E-4CD6-8C74AA55CF3E}"/>
          </ac:graphicFrameMkLst>
        </pc:graphicFrameChg>
      </pc:sldChg>
      <pc:sldChg chg="addSp delSp modSp add mod modTransition modClrScheme chgLayout">
        <pc:chgData name="" userId="" providerId="" clId="Web-{AD3BE41B-05CF-4267-9DF7-E50A4EBEAE2A}" dt="2026-03-25T14:00:28.317" v="1" actId="34807"/>
        <pc:sldMkLst>
          <pc:docMk/>
          <pc:sldMk cId="2793805930" sldId="2578"/>
        </pc:sldMkLst>
        <pc:spChg chg="mod">
          <ac:chgData name="" userId="" providerId="" clId="Web-{AD3BE41B-05CF-4267-9DF7-E50A4EBEAE2A}" dt="2026-03-25T14:00:28.317" v="1" actId="34807"/>
          <ac:spMkLst>
            <pc:docMk/>
            <pc:sldMk cId="2793805930" sldId="2578"/>
            <ac:spMk id="2" creationId="{6BD8EE0D-1838-C7A7-C48F-B8AD12470993}"/>
          </ac:spMkLst>
        </pc:spChg>
        <pc:spChg chg="del">
          <ac:chgData name="" userId="" providerId="" clId="Web-{AD3BE41B-05CF-4267-9DF7-E50A4EBEAE2A}" dt="2026-03-25T14:00:28.317" v="1" actId="34807"/>
          <ac:spMkLst>
            <pc:docMk/>
            <pc:sldMk cId="2793805930" sldId="2578"/>
            <ac:spMk id="3" creationId="{2AD62C6B-DF09-2801-CA04-ECF33A9E353C}"/>
          </ac:spMkLst>
        </pc:spChg>
        <pc:spChg chg="mod">
          <ac:chgData name="" userId="" providerId="" clId="Web-{AD3BE41B-05CF-4267-9DF7-E50A4EBEAE2A}" dt="2026-03-25T14:00:28.317" v="1" actId="34807"/>
          <ac:spMkLst>
            <pc:docMk/>
            <pc:sldMk cId="2793805930" sldId="2578"/>
            <ac:spMk id="4" creationId="{4109D376-734C-A5ED-B983-DC122FECEBF1}"/>
          </ac:spMkLst>
        </pc:spChg>
        <pc:spChg chg="mod">
          <ac:chgData name="" userId="" providerId="" clId="Web-{AD3BE41B-05CF-4267-9DF7-E50A4EBEAE2A}" dt="2026-03-25T14:00:28.317" v="1" actId="34807"/>
          <ac:spMkLst>
            <pc:docMk/>
            <pc:sldMk cId="2793805930" sldId="2578"/>
            <ac:spMk id="5" creationId="{8E9A5C65-961B-0C2E-3584-FF449AC23830}"/>
          </ac:spMkLst>
        </pc:spChg>
        <pc:spChg chg="mod">
          <ac:chgData name="" userId="" providerId="" clId="Web-{AD3BE41B-05CF-4267-9DF7-E50A4EBEAE2A}" dt="2026-03-25T14:00:28.317" v="1" actId="34807"/>
          <ac:spMkLst>
            <pc:docMk/>
            <pc:sldMk cId="2793805930" sldId="2578"/>
            <ac:spMk id="6" creationId="{C9D7D665-1054-1D83-031E-D2781C7B4277}"/>
          </ac:spMkLst>
        </pc:spChg>
        <pc:graphicFrameChg chg="add mod">
          <ac:chgData name="" userId="" providerId="" clId="Web-{AD3BE41B-05CF-4267-9DF7-E50A4EBEAE2A}" dt="2026-03-25T14:00:28.317" v="1" actId="34807"/>
          <ac:graphicFrameMkLst>
            <pc:docMk/>
            <pc:sldMk cId="2793805930" sldId="2578"/>
            <ac:graphicFrameMk id="10" creationId="{88441B3A-71E3-7542-3495-93A67E33AA50}"/>
          </ac:graphicFrameMkLst>
        </pc:graphicFrameChg>
      </pc:sldChg>
      <pc:sldChg chg="addSp delSp modSp add mod modTransition modClrScheme chgLayout">
        <pc:chgData name="" userId="" providerId="" clId="Web-{AD3BE41B-05CF-4267-9DF7-E50A4EBEAE2A}" dt="2026-03-25T14:00:28.317" v="1" actId="34807"/>
        <pc:sldMkLst>
          <pc:docMk/>
          <pc:sldMk cId="972289726" sldId="2579"/>
        </pc:sldMkLst>
        <pc:spChg chg="mod">
          <ac:chgData name="" userId="" providerId="" clId="Web-{AD3BE41B-05CF-4267-9DF7-E50A4EBEAE2A}" dt="2026-03-25T14:00:28.317" v="1" actId="34807"/>
          <ac:spMkLst>
            <pc:docMk/>
            <pc:sldMk cId="972289726" sldId="2579"/>
            <ac:spMk id="2" creationId="{988F4B45-3DC0-05AE-0361-EB8A2177E2B7}"/>
          </ac:spMkLst>
        </pc:spChg>
        <pc:spChg chg="del">
          <ac:chgData name="" userId="" providerId="" clId="Web-{AD3BE41B-05CF-4267-9DF7-E50A4EBEAE2A}" dt="2026-03-25T14:00:28.317" v="1" actId="34807"/>
          <ac:spMkLst>
            <pc:docMk/>
            <pc:sldMk cId="972289726" sldId="2579"/>
            <ac:spMk id="3" creationId="{18B10D27-485B-B09F-FB18-5694FFF3927B}"/>
          </ac:spMkLst>
        </pc:spChg>
        <pc:spChg chg="mod">
          <ac:chgData name="" userId="" providerId="" clId="Web-{AD3BE41B-05CF-4267-9DF7-E50A4EBEAE2A}" dt="2026-03-25T14:00:28.317" v="1" actId="34807"/>
          <ac:spMkLst>
            <pc:docMk/>
            <pc:sldMk cId="972289726" sldId="2579"/>
            <ac:spMk id="4" creationId="{4506ACB8-5C46-07DF-373B-4FC0F5F81685}"/>
          </ac:spMkLst>
        </pc:spChg>
        <pc:spChg chg="mod">
          <ac:chgData name="" userId="" providerId="" clId="Web-{AD3BE41B-05CF-4267-9DF7-E50A4EBEAE2A}" dt="2026-03-25T14:00:28.317" v="1" actId="34807"/>
          <ac:spMkLst>
            <pc:docMk/>
            <pc:sldMk cId="972289726" sldId="2579"/>
            <ac:spMk id="5" creationId="{4350538A-9A33-2420-41CD-792F97A41701}"/>
          </ac:spMkLst>
        </pc:spChg>
        <pc:spChg chg="mod">
          <ac:chgData name="" userId="" providerId="" clId="Web-{AD3BE41B-05CF-4267-9DF7-E50A4EBEAE2A}" dt="2026-03-25T14:00:28.317" v="1" actId="34807"/>
          <ac:spMkLst>
            <pc:docMk/>
            <pc:sldMk cId="972289726" sldId="2579"/>
            <ac:spMk id="6" creationId="{8DCCB351-2A3F-43DB-60B1-A0CC1A0DC0DA}"/>
          </ac:spMkLst>
        </pc:spChg>
        <pc:graphicFrameChg chg="add mod">
          <ac:chgData name="" userId="" providerId="" clId="Web-{AD3BE41B-05CF-4267-9DF7-E50A4EBEAE2A}" dt="2026-03-25T14:00:28.317" v="1" actId="34807"/>
          <ac:graphicFrameMkLst>
            <pc:docMk/>
            <pc:sldMk cId="972289726" sldId="2579"/>
            <ac:graphicFrameMk id="10" creationId="{9F15192B-2AAE-2181-8209-37D57D4472E9}"/>
          </ac:graphicFrameMkLst>
        </pc:graphicFrameChg>
      </pc:sldChg>
      <pc:sldChg chg="modSp add mod modTransition modClrScheme addAnim chgLayout">
        <pc:chgData name="" userId="" providerId="" clId="Web-{AD3BE41B-05CF-4267-9DF7-E50A4EBEAE2A}" dt="2026-03-25T14:00:28.317" v="17" actId="34807"/>
        <pc:sldMkLst>
          <pc:docMk/>
          <pc:sldMk cId="1570226565" sldId="2580"/>
        </pc:sldMkLst>
        <pc:spChg chg="mod">
          <ac:chgData name="" userId="" providerId="" clId="Web-{AD3BE41B-05CF-4267-9DF7-E50A4EBEAE2A}" dt="2026-03-25T14:00:28.317" v="1" actId="34807"/>
          <ac:spMkLst>
            <pc:docMk/>
            <pc:sldMk cId="1570226565" sldId="2580"/>
            <ac:spMk id="2" creationId="{D8E5C993-4E73-B0B4-703B-5FFD4C4E05B1}"/>
          </ac:spMkLst>
        </pc:spChg>
        <pc:spChg chg="mod">
          <ac:chgData name="" userId="" providerId="" clId="Web-{AD3BE41B-05CF-4267-9DF7-E50A4EBEAE2A}" dt="2026-03-25T14:00:28.317" v="1" actId="34807"/>
          <ac:spMkLst>
            <pc:docMk/>
            <pc:sldMk cId="1570226565" sldId="2580"/>
            <ac:spMk id="4" creationId="{915F8535-3AF5-8015-7163-684D72D99D06}"/>
          </ac:spMkLst>
        </pc:spChg>
        <pc:spChg chg="mod">
          <ac:chgData name="" userId="" providerId="" clId="Web-{AD3BE41B-05CF-4267-9DF7-E50A4EBEAE2A}" dt="2026-03-25T14:00:28.317" v="1" actId="34807"/>
          <ac:spMkLst>
            <pc:docMk/>
            <pc:sldMk cId="1570226565" sldId="2580"/>
            <ac:spMk id="5" creationId="{9B4ACCAE-01E3-5D3E-A055-C96A5D679044}"/>
          </ac:spMkLst>
        </pc:spChg>
        <pc:spChg chg="mod">
          <ac:chgData name="" userId="" providerId="" clId="Web-{AD3BE41B-05CF-4267-9DF7-E50A4EBEAE2A}" dt="2026-03-25T14:00:28.317" v="1" actId="34807"/>
          <ac:spMkLst>
            <pc:docMk/>
            <pc:sldMk cId="1570226565" sldId="2580"/>
            <ac:spMk id="6" creationId="{255E3608-0090-8103-1ED2-48932501A5B5}"/>
          </ac:spMkLst>
        </pc:spChg>
      </pc:sldChg>
      <pc:sldChg chg="addSp delSp modSp add mod modTransition modClrScheme chgLayout">
        <pc:chgData name="" userId="" providerId="" clId="Web-{AD3BE41B-05CF-4267-9DF7-E50A4EBEAE2A}" dt="2026-03-25T14:00:28.317" v="1" actId="34807"/>
        <pc:sldMkLst>
          <pc:docMk/>
          <pc:sldMk cId="414819577" sldId="2581"/>
        </pc:sldMkLst>
        <pc:spChg chg="mod">
          <ac:chgData name="" userId="" providerId="" clId="Web-{AD3BE41B-05CF-4267-9DF7-E50A4EBEAE2A}" dt="2026-03-25T14:00:28.317" v="1" actId="34807"/>
          <ac:spMkLst>
            <pc:docMk/>
            <pc:sldMk cId="414819577" sldId="2581"/>
            <ac:spMk id="2" creationId="{39661980-344D-82BD-2925-51BE1BD0283C}"/>
          </ac:spMkLst>
        </pc:spChg>
        <pc:spChg chg="del">
          <ac:chgData name="" userId="" providerId="" clId="Web-{AD3BE41B-05CF-4267-9DF7-E50A4EBEAE2A}" dt="2026-03-25T14:00:28.317" v="1" actId="34807"/>
          <ac:spMkLst>
            <pc:docMk/>
            <pc:sldMk cId="414819577" sldId="2581"/>
            <ac:spMk id="3" creationId="{BE814E2E-4B36-3E4C-49B1-8957097C0027}"/>
          </ac:spMkLst>
        </pc:spChg>
        <pc:spChg chg="mod">
          <ac:chgData name="" userId="" providerId="" clId="Web-{AD3BE41B-05CF-4267-9DF7-E50A4EBEAE2A}" dt="2026-03-25T14:00:28.317" v="1" actId="34807"/>
          <ac:spMkLst>
            <pc:docMk/>
            <pc:sldMk cId="414819577" sldId="2581"/>
            <ac:spMk id="4" creationId="{C87FBA7B-E2C5-6155-0CB8-6D4AA9035E57}"/>
          </ac:spMkLst>
        </pc:spChg>
        <pc:spChg chg="mod">
          <ac:chgData name="" userId="" providerId="" clId="Web-{AD3BE41B-05CF-4267-9DF7-E50A4EBEAE2A}" dt="2026-03-25T14:00:28.317" v="1" actId="34807"/>
          <ac:spMkLst>
            <pc:docMk/>
            <pc:sldMk cId="414819577" sldId="2581"/>
            <ac:spMk id="5" creationId="{A8C110DA-E69E-EE61-7DA4-D8ED3177B7B2}"/>
          </ac:spMkLst>
        </pc:spChg>
        <pc:spChg chg="mod">
          <ac:chgData name="" userId="" providerId="" clId="Web-{AD3BE41B-05CF-4267-9DF7-E50A4EBEAE2A}" dt="2026-03-25T14:00:28.317" v="1" actId="34807"/>
          <ac:spMkLst>
            <pc:docMk/>
            <pc:sldMk cId="414819577" sldId="2581"/>
            <ac:spMk id="6" creationId="{2103BA9F-AE06-5339-9B2B-42F604074B53}"/>
          </ac:spMkLst>
        </pc:spChg>
        <pc:graphicFrameChg chg="add mod">
          <ac:chgData name="" userId="" providerId="" clId="Web-{AD3BE41B-05CF-4267-9DF7-E50A4EBEAE2A}" dt="2026-03-25T14:00:28.317" v="1" actId="34807"/>
          <ac:graphicFrameMkLst>
            <pc:docMk/>
            <pc:sldMk cId="414819577" sldId="2581"/>
            <ac:graphicFrameMk id="10" creationId="{D6DDB958-CA23-0293-277C-A8334D8F41D2}"/>
          </ac:graphicFrameMkLst>
        </pc:graphicFrameChg>
      </pc:sldChg>
      <pc:sldChg chg="addSp delSp modSp add mod modTransition modClrScheme chgLayout">
        <pc:chgData name="" userId="" providerId="" clId="Web-{AD3BE41B-05CF-4267-9DF7-E50A4EBEAE2A}" dt="2026-03-25T14:00:28.317" v="1" actId="34807"/>
        <pc:sldMkLst>
          <pc:docMk/>
          <pc:sldMk cId="3540355371" sldId="2582"/>
        </pc:sldMkLst>
        <pc:spChg chg="mod">
          <ac:chgData name="" userId="" providerId="" clId="Web-{AD3BE41B-05CF-4267-9DF7-E50A4EBEAE2A}" dt="2026-03-25T14:00:28.317" v="1" actId="34807"/>
          <ac:spMkLst>
            <pc:docMk/>
            <pc:sldMk cId="3540355371" sldId="2582"/>
            <ac:spMk id="2" creationId="{DC113968-FFCF-C546-DB7C-FC28B3013269}"/>
          </ac:spMkLst>
        </pc:spChg>
        <pc:spChg chg="del">
          <ac:chgData name="" userId="" providerId="" clId="Web-{AD3BE41B-05CF-4267-9DF7-E50A4EBEAE2A}" dt="2026-03-25T14:00:28.317" v="1" actId="34807"/>
          <ac:spMkLst>
            <pc:docMk/>
            <pc:sldMk cId="3540355371" sldId="2582"/>
            <ac:spMk id="3" creationId="{270BD514-0A01-D20F-DC38-273E6B939133}"/>
          </ac:spMkLst>
        </pc:spChg>
        <pc:spChg chg="mod">
          <ac:chgData name="" userId="" providerId="" clId="Web-{AD3BE41B-05CF-4267-9DF7-E50A4EBEAE2A}" dt="2026-03-25T14:00:28.317" v="1" actId="34807"/>
          <ac:spMkLst>
            <pc:docMk/>
            <pc:sldMk cId="3540355371" sldId="2582"/>
            <ac:spMk id="4" creationId="{14C38E0D-3081-F4B7-208E-4B925C5830D0}"/>
          </ac:spMkLst>
        </pc:spChg>
        <pc:spChg chg="mod">
          <ac:chgData name="" userId="" providerId="" clId="Web-{AD3BE41B-05CF-4267-9DF7-E50A4EBEAE2A}" dt="2026-03-25T14:00:28.317" v="1" actId="34807"/>
          <ac:spMkLst>
            <pc:docMk/>
            <pc:sldMk cId="3540355371" sldId="2582"/>
            <ac:spMk id="5" creationId="{D8DE52C5-4D8F-45E9-5C8C-A267B97D133E}"/>
          </ac:spMkLst>
        </pc:spChg>
        <pc:spChg chg="mod">
          <ac:chgData name="" userId="" providerId="" clId="Web-{AD3BE41B-05CF-4267-9DF7-E50A4EBEAE2A}" dt="2026-03-25T14:00:28.317" v="1" actId="34807"/>
          <ac:spMkLst>
            <pc:docMk/>
            <pc:sldMk cId="3540355371" sldId="2582"/>
            <ac:spMk id="6" creationId="{FC8ACF0A-14E5-8899-1362-53AB4908958E}"/>
          </ac:spMkLst>
        </pc:spChg>
        <pc:graphicFrameChg chg="add mod">
          <ac:chgData name="" userId="" providerId="" clId="Web-{AD3BE41B-05CF-4267-9DF7-E50A4EBEAE2A}" dt="2026-03-25T14:00:28.317" v="1" actId="34807"/>
          <ac:graphicFrameMkLst>
            <pc:docMk/>
            <pc:sldMk cId="3540355371" sldId="2582"/>
            <ac:graphicFrameMk id="10" creationId="{693E7DEA-370A-204A-19F8-C591B7A57084}"/>
          </ac:graphicFrameMkLst>
        </pc:graphicFrameChg>
      </pc:sldChg>
      <pc:sldChg chg="addSp delSp modSp add mod modTransition modClrScheme chgLayout">
        <pc:chgData name="" userId="" providerId="" clId="Web-{AD3BE41B-05CF-4267-9DF7-E50A4EBEAE2A}" dt="2026-03-25T14:00:28.317" v="1" actId="34807"/>
        <pc:sldMkLst>
          <pc:docMk/>
          <pc:sldMk cId="888035838" sldId="2583"/>
        </pc:sldMkLst>
        <pc:spChg chg="mod">
          <ac:chgData name="" userId="" providerId="" clId="Web-{AD3BE41B-05CF-4267-9DF7-E50A4EBEAE2A}" dt="2026-03-25T14:00:28.317" v="1" actId="34807"/>
          <ac:spMkLst>
            <pc:docMk/>
            <pc:sldMk cId="888035838" sldId="2583"/>
            <ac:spMk id="2" creationId="{3B82FC45-1523-7FC8-0547-131C39835FA6}"/>
          </ac:spMkLst>
        </pc:spChg>
        <pc:spChg chg="del">
          <ac:chgData name="" userId="" providerId="" clId="Web-{AD3BE41B-05CF-4267-9DF7-E50A4EBEAE2A}" dt="2026-03-25T14:00:28.317" v="1" actId="34807"/>
          <ac:spMkLst>
            <pc:docMk/>
            <pc:sldMk cId="888035838" sldId="2583"/>
            <ac:spMk id="3" creationId="{A8287713-C152-3176-86F4-7CB18C9D070B}"/>
          </ac:spMkLst>
        </pc:spChg>
        <pc:spChg chg="mod">
          <ac:chgData name="" userId="" providerId="" clId="Web-{AD3BE41B-05CF-4267-9DF7-E50A4EBEAE2A}" dt="2026-03-25T14:00:28.317" v="1" actId="34807"/>
          <ac:spMkLst>
            <pc:docMk/>
            <pc:sldMk cId="888035838" sldId="2583"/>
            <ac:spMk id="4" creationId="{5161ADED-5422-9805-29CC-98D0C1B8A04A}"/>
          </ac:spMkLst>
        </pc:spChg>
        <pc:spChg chg="mod">
          <ac:chgData name="" userId="" providerId="" clId="Web-{AD3BE41B-05CF-4267-9DF7-E50A4EBEAE2A}" dt="2026-03-25T14:00:28.317" v="1" actId="34807"/>
          <ac:spMkLst>
            <pc:docMk/>
            <pc:sldMk cId="888035838" sldId="2583"/>
            <ac:spMk id="5" creationId="{1FC18EEC-5508-E62E-5399-393886B84B23}"/>
          </ac:spMkLst>
        </pc:spChg>
        <pc:spChg chg="mod">
          <ac:chgData name="" userId="" providerId="" clId="Web-{AD3BE41B-05CF-4267-9DF7-E50A4EBEAE2A}" dt="2026-03-25T14:00:28.317" v="1" actId="34807"/>
          <ac:spMkLst>
            <pc:docMk/>
            <pc:sldMk cId="888035838" sldId="2583"/>
            <ac:spMk id="6" creationId="{330790AC-DF65-3A61-C2E5-96E06B3E474F}"/>
          </ac:spMkLst>
        </pc:spChg>
        <pc:graphicFrameChg chg="add mod">
          <ac:chgData name="" userId="" providerId="" clId="Web-{AD3BE41B-05CF-4267-9DF7-E50A4EBEAE2A}" dt="2026-03-25T14:00:28.317" v="1" actId="34807"/>
          <ac:graphicFrameMkLst>
            <pc:docMk/>
            <pc:sldMk cId="888035838" sldId="2583"/>
            <ac:graphicFrameMk id="10" creationId="{8ABEA95B-4574-92B9-4CAA-705BA2169E85}"/>
          </ac:graphicFrameMkLst>
        </pc:graphicFrameChg>
      </pc:sldChg>
      <pc:sldChg chg="addSp delSp modSp add mod modTransition modClrScheme chgLayout">
        <pc:chgData name="" userId="" providerId="" clId="Web-{AD3BE41B-05CF-4267-9DF7-E50A4EBEAE2A}" dt="2026-03-25T14:00:28.317" v="1" actId="34807"/>
        <pc:sldMkLst>
          <pc:docMk/>
          <pc:sldMk cId="780058002" sldId="2584"/>
        </pc:sldMkLst>
        <pc:spChg chg="mod">
          <ac:chgData name="" userId="" providerId="" clId="Web-{AD3BE41B-05CF-4267-9DF7-E50A4EBEAE2A}" dt="2026-03-25T14:00:28.317" v="1" actId="34807"/>
          <ac:spMkLst>
            <pc:docMk/>
            <pc:sldMk cId="780058002" sldId="2584"/>
            <ac:spMk id="2" creationId="{2E54E9B0-8C56-90B1-0CF5-4A5B5218853B}"/>
          </ac:spMkLst>
        </pc:spChg>
        <pc:spChg chg="del">
          <ac:chgData name="" userId="" providerId="" clId="Web-{AD3BE41B-05CF-4267-9DF7-E50A4EBEAE2A}" dt="2026-03-25T14:00:28.317" v="1" actId="34807"/>
          <ac:spMkLst>
            <pc:docMk/>
            <pc:sldMk cId="780058002" sldId="2584"/>
            <ac:spMk id="3" creationId="{E18880D6-DC88-9375-9436-0BF8DC1D28A2}"/>
          </ac:spMkLst>
        </pc:spChg>
        <pc:spChg chg="mod">
          <ac:chgData name="" userId="" providerId="" clId="Web-{AD3BE41B-05CF-4267-9DF7-E50A4EBEAE2A}" dt="2026-03-25T14:00:28.317" v="1" actId="34807"/>
          <ac:spMkLst>
            <pc:docMk/>
            <pc:sldMk cId="780058002" sldId="2584"/>
            <ac:spMk id="4" creationId="{C84540A0-BC6B-067A-1B3C-7858FD58E7E1}"/>
          </ac:spMkLst>
        </pc:spChg>
        <pc:spChg chg="mod">
          <ac:chgData name="" userId="" providerId="" clId="Web-{AD3BE41B-05CF-4267-9DF7-E50A4EBEAE2A}" dt="2026-03-25T14:00:28.317" v="1" actId="34807"/>
          <ac:spMkLst>
            <pc:docMk/>
            <pc:sldMk cId="780058002" sldId="2584"/>
            <ac:spMk id="5" creationId="{547E73A3-11BE-F857-CCE0-FEC498596F73}"/>
          </ac:spMkLst>
        </pc:spChg>
        <pc:spChg chg="mod">
          <ac:chgData name="" userId="" providerId="" clId="Web-{AD3BE41B-05CF-4267-9DF7-E50A4EBEAE2A}" dt="2026-03-25T14:00:28.317" v="1" actId="34807"/>
          <ac:spMkLst>
            <pc:docMk/>
            <pc:sldMk cId="780058002" sldId="2584"/>
            <ac:spMk id="6" creationId="{03A6D0C4-9091-E7A0-2ADB-FFDAD826776F}"/>
          </ac:spMkLst>
        </pc:spChg>
        <pc:graphicFrameChg chg="add mod">
          <ac:chgData name="" userId="" providerId="" clId="Web-{AD3BE41B-05CF-4267-9DF7-E50A4EBEAE2A}" dt="2026-03-25T14:00:28.317" v="1" actId="34807"/>
          <ac:graphicFrameMkLst>
            <pc:docMk/>
            <pc:sldMk cId="780058002" sldId="2584"/>
            <ac:graphicFrameMk id="10" creationId="{028E7435-98D6-4776-C2A8-0511BB612052}"/>
          </ac:graphicFrameMkLst>
        </pc:graphicFrameChg>
      </pc:sldChg>
      <pc:sldChg chg="addSp delSp modSp add mod modTransition modClrScheme chgLayout">
        <pc:chgData name="" userId="" providerId="" clId="Web-{AD3BE41B-05CF-4267-9DF7-E50A4EBEAE2A}" dt="2026-03-25T14:00:28.317" v="1" actId="34807"/>
        <pc:sldMkLst>
          <pc:docMk/>
          <pc:sldMk cId="612055677" sldId="2585"/>
        </pc:sldMkLst>
        <pc:spChg chg="mod">
          <ac:chgData name="" userId="" providerId="" clId="Web-{AD3BE41B-05CF-4267-9DF7-E50A4EBEAE2A}" dt="2026-03-25T14:00:28.317" v="1" actId="34807"/>
          <ac:spMkLst>
            <pc:docMk/>
            <pc:sldMk cId="612055677" sldId="2585"/>
            <ac:spMk id="2" creationId="{013A37AE-33DA-7E72-3E26-89D8864DF4C1}"/>
          </ac:spMkLst>
        </pc:spChg>
        <pc:spChg chg="del">
          <ac:chgData name="" userId="" providerId="" clId="Web-{AD3BE41B-05CF-4267-9DF7-E50A4EBEAE2A}" dt="2026-03-25T14:00:28.317" v="1" actId="34807"/>
          <ac:spMkLst>
            <pc:docMk/>
            <pc:sldMk cId="612055677" sldId="2585"/>
            <ac:spMk id="3" creationId="{B1BBEA49-9B44-3B1F-E10B-7D598492AD49}"/>
          </ac:spMkLst>
        </pc:spChg>
        <pc:spChg chg="mod">
          <ac:chgData name="" userId="" providerId="" clId="Web-{AD3BE41B-05CF-4267-9DF7-E50A4EBEAE2A}" dt="2026-03-25T14:00:28.317" v="1" actId="34807"/>
          <ac:spMkLst>
            <pc:docMk/>
            <pc:sldMk cId="612055677" sldId="2585"/>
            <ac:spMk id="4" creationId="{D94E5325-126E-CEF0-AA09-146B9D8CDA1A}"/>
          </ac:spMkLst>
        </pc:spChg>
        <pc:spChg chg="mod">
          <ac:chgData name="" userId="" providerId="" clId="Web-{AD3BE41B-05CF-4267-9DF7-E50A4EBEAE2A}" dt="2026-03-25T14:00:28.317" v="1" actId="34807"/>
          <ac:spMkLst>
            <pc:docMk/>
            <pc:sldMk cId="612055677" sldId="2585"/>
            <ac:spMk id="5" creationId="{9F131B86-8D50-CD27-ACE4-5076A078EBD5}"/>
          </ac:spMkLst>
        </pc:spChg>
        <pc:spChg chg="mod">
          <ac:chgData name="" userId="" providerId="" clId="Web-{AD3BE41B-05CF-4267-9DF7-E50A4EBEAE2A}" dt="2026-03-25T14:00:28.317" v="1" actId="34807"/>
          <ac:spMkLst>
            <pc:docMk/>
            <pc:sldMk cId="612055677" sldId="2585"/>
            <ac:spMk id="6" creationId="{87EC3E03-0B96-D4D8-61CE-5C20299DFCF2}"/>
          </ac:spMkLst>
        </pc:spChg>
        <pc:graphicFrameChg chg="add mod">
          <ac:chgData name="" userId="" providerId="" clId="Web-{AD3BE41B-05CF-4267-9DF7-E50A4EBEAE2A}" dt="2026-03-25T14:00:28.317" v="1" actId="34807"/>
          <ac:graphicFrameMkLst>
            <pc:docMk/>
            <pc:sldMk cId="612055677" sldId="2585"/>
            <ac:graphicFrameMk id="10" creationId="{96F4182A-F9A2-C76F-DF8C-44D6C78602E1}"/>
          </ac:graphicFrameMkLst>
        </pc:graphicFrameChg>
      </pc:sldChg>
    </pc:docChg>
  </pc:docChgLst>
  <pc:docChgLst>
    <pc:chgData name="Natasha Sulistyo" userId="18ee43c6-504f-4b1c-a4d1-0c33b2b5a7dc" providerId="ADAL" clId="{41A69B58-E141-4C60-8986-D3A11C4B5FDA}"/>
    <pc:docChg chg="custSel addSld delSld modSld modSection">
      <pc:chgData name="Natasha Sulistyo" userId="18ee43c6-504f-4b1c-a4d1-0c33b2b5a7dc" providerId="ADAL" clId="{41A69B58-E141-4C60-8986-D3A11C4B5FDA}" dt="2026-03-25T15:09:56.865" v="61" actId="478"/>
      <pc:docMkLst>
        <pc:docMk/>
      </pc:docMkLst>
      <pc:sldChg chg="del modNotesTx">
        <pc:chgData name="Natasha Sulistyo" userId="18ee43c6-504f-4b1c-a4d1-0c33b2b5a7dc" providerId="ADAL" clId="{41A69B58-E141-4C60-8986-D3A11C4B5FDA}" dt="2026-03-25T14:52:44.331" v="2" actId="2696"/>
        <pc:sldMkLst>
          <pc:docMk/>
          <pc:sldMk cId="1143149582" sldId="2561"/>
        </pc:sldMkLst>
      </pc:sldChg>
      <pc:sldChg chg="modNotesTx">
        <pc:chgData name="Natasha Sulistyo" userId="18ee43c6-504f-4b1c-a4d1-0c33b2b5a7dc" providerId="ADAL" clId="{41A69B58-E141-4C60-8986-D3A11C4B5FDA}" dt="2026-03-25T15:06:47.500" v="44" actId="20577"/>
        <pc:sldMkLst>
          <pc:docMk/>
          <pc:sldMk cId="3582056578" sldId="2563"/>
        </pc:sldMkLst>
      </pc:sldChg>
      <pc:sldChg chg="modNotesTx">
        <pc:chgData name="Natasha Sulistyo" userId="18ee43c6-504f-4b1c-a4d1-0c33b2b5a7dc" providerId="ADAL" clId="{41A69B58-E141-4C60-8986-D3A11C4B5FDA}" dt="2026-03-25T15:07:06.584" v="54" actId="20577"/>
        <pc:sldMkLst>
          <pc:docMk/>
          <pc:sldMk cId="2148230410" sldId="2564"/>
        </pc:sldMkLst>
      </pc:sldChg>
      <pc:sldChg chg="modNotesTx">
        <pc:chgData name="Natasha Sulistyo" userId="18ee43c6-504f-4b1c-a4d1-0c33b2b5a7dc" providerId="ADAL" clId="{41A69B58-E141-4C60-8986-D3A11C4B5FDA}" dt="2026-03-25T15:08:03.172" v="55" actId="20577"/>
        <pc:sldMkLst>
          <pc:docMk/>
          <pc:sldMk cId="2882439074" sldId="2566"/>
        </pc:sldMkLst>
      </pc:sldChg>
      <pc:sldChg chg="delSp mod">
        <pc:chgData name="Natasha Sulistyo" userId="18ee43c6-504f-4b1c-a4d1-0c33b2b5a7dc" providerId="ADAL" clId="{41A69B58-E141-4C60-8986-D3A11C4B5FDA}" dt="2026-03-25T15:09:26.370" v="57" actId="478"/>
        <pc:sldMkLst>
          <pc:docMk/>
          <pc:sldMk cId="3666754077" sldId="2571"/>
        </pc:sldMkLst>
        <pc:spChg chg="del">
          <ac:chgData name="Natasha Sulistyo" userId="18ee43c6-504f-4b1c-a4d1-0c33b2b5a7dc" providerId="ADAL" clId="{41A69B58-E141-4C60-8986-D3A11C4B5FDA}" dt="2026-03-25T15:09:22.487" v="56" actId="478"/>
          <ac:spMkLst>
            <pc:docMk/>
            <pc:sldMk cId="3666754077" sldId="2571"/>
            <ac:spMk id="4" creationId="{152F054E-566F-5EEA-5CD4-63FBB11DB178}"/>
          </ac:spMkLst>
        </pc:spChg>
        <pc:spChg chg="del">
          <ac:chgData name="Natasha Sulistyo" userId="18ee43c6-504f-4b1c-a4d1-0c33b2b5a7dc" providerId="ADAL" clId="{41A69B58-E141-4C60-8986-D3A11C4B5FDA}" dt="2026-03-25T15:09:26.370" v="57" actId="478"/>
          <ac:spMkLst>
            <pc:docMk/>
            <pc:sldMk cId="3666754077" sldId="2571"/>
            <ac:spMk id="5" creationId="{850D8BBF-9DE0-26D1-ED88-47739F73087E}"/>
          </ac:spMkLst>
        </pc:spChg>
      </pc:sldChg>
      <pc:sldChg chg="delSp mod">
        <pc:chgData name="Natasha Sulistyo" userId="18ee43c6-504f-4b1c-a4d1-0c33b2b5a7dc" providerId="ADAL" clId="{41A69B58-E141-4C60-8986-D3A11C4B5FDA}" dt="2026-03-25T15:09:44.532" v="59" actId="478"/>
        <pc:sldMkLst>
          <pc:docMk/>
          <pc:sldMk cId="2339400101" sldId="2572"/>
        </pc:sldMkLst>
        <pc:spChg chg="del">
          <ac:chgData name="Natasha Sulistyo" userId="18ee43c6-504f-4b1c-a4d1-0c33b2b5a7dc" providerId="ADAL" clId="{41A69B58-E141-4C60-8986-D3A11C4B5FDA}" dt="2026-03-25T15:09:39.943" v="58" actId="478"/>
          <ac:spMkLst>
            <pc:docMk/>
            <pc:sldMk cId="2339400101" sldId="2572"/>
            <ac:spMk id="4" creationId="{DE8CEDA0-F192-337B-7246-3E96A2C9D3BF}"/>
          </ac:spMkLst>
        </pc:spChg>
        <pc:spChg chg="del">
          <ac:chgData name="Natasha Sulistyo" userId="18ee43c6-504f-4b1c-a4d1-0c33b2b5a7dc" providerId="ADAL" clId="{41A69B58-E141-4C60-8986-D3A11C4B5FDA}" dt="2026-03-25T15:09:44.532" v="59" actId="478"/>
          <ac:spMkLst>
            <pc:docMk/>
            <pc:sldMk cId="2339400101" sldId="2572"/>
            <ac:spMk id="5" creationId="{318246B7-4989-61B9-8284-9A140BB94C05}"/>
          </ac:spMkLst>
        </pc:spChg>
      </pc:sldChg>
      <pc:sldChg chg="delSp mod">
        <pc:chgData name="Natasha Sulistyo" userId="18ee43c6-504f-4b1c-a4d1-0c33b2b5a7dc" providerId="ADAL" clId="{41A69B58-E141-4C60-8986-D3A11C4B5FDA}" dt="2026-03-25T15:09:56.865" v="61" actId="478"/>
        <pc:sldMkLst>
          <pc:docMk/>
          <pc:sldMk cId="2637417368" sldId="2573"/>
        </pc:sldMkLst>
        <pc:spChg chg="del">
          <ac:chgData name="Natasha Sulistyo" userId="18ee43c6-504f-4b1c-a4d1-0c33b2b5a7dc" providerId="ADAL" clId="{41A69B58-E141-4C60-8986-D3A11C4B5FDA}" dt="2026-03-25T15:09:50.476" v="60" actId="478"/>
          <ac:spMkLst>
            <pc:docMk/>
            <pc:sldMk cId="2637417368" sldId="2573"/>
            <ac:spMk id="4" creationId="{A48F4D26-BD2F-EA6A-EAF8-1CC7D22FBA85}"/>
          </ac:spMkLst>
        </pc:spChg>
        <pc:spChg chg="del">
          <ac:chgData name="Natasha Sulistyo" userId="18ee43c6-504f-4b1c-a4d1-0c33b2b5a7dc" providerId="ADAL" clId="{41A69B58-E141-4C60-8986-D3A11C4B5FDA}" dt="2026-03-25T15:09:56.865" v="61" actId="478"/>
          <ac:spMkLst>
            <pc:docMk/>
            <pc:sldMk cId="2637417368" sldId="2573"/>
            <ac:spMk id="5" creationId="{A78A5464-B98F-442F-2784-489A763B7A33}"/>
          </ac:spMkLst>
        </pc:spChg>
      </pc:sldChg>
      <pc:sldChg chg="modSp add">
        <pc:chgData name="Natasha Sulistyo" userId="18ee43c6-504f-4b1c-a4d1-0c33b2b5a7dc" providerId="ADAL" clId="{41A69B58-E141-4C60-8986-D3A11C4B5FDA}" dt="2026-03-25T15:06:21.315" v="11" actId="20577"/>
        <pc:sldMkLst>
          <pc:docMk/>
          <pc:sldMk cId="3940211734" sldId="2586"/>
        </pc:sldMkLst>
        <pc:spChg chg="mod">
          <ac:chgData name="Natasha Sulistyo" userId="18ee43c6-504f-4b1c-a4d1-0c33b2b5a7dc" providerId="ADAL" clId="{41A69B58-E141-4C60-8986-D3A11C4B5FDA}" dt="2026-03-25T15:06:21.315" v="11" actId="20577"/>
          <ac:spMkLst>
            <pc:docMk/>
            <pc:sldMk cId="3940211734" sldId="2586"/>
            <ac:spMk id="2" creationId="{7150BB33-F944-91E4-F53C-9377D73A12EB}"/>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DE9E015-4BF7-41A4-9B34-C2518A2A2F63}"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6FBAEBB9-C9AB-4857-A6B0-55EDBD585324}">
      <dgm:prSet/>
      <dgm:spPr/>
      <dgm:t>
        <a:bodyPr/>
        <a:lstStyle/>
        <a:p>
          <a:pPr>
            <a:lnSpc>
              <a:spcPct val="100000"/>
            </a:lnSpc>
            <a:defRPr b="1"/>
          </a:pPr>
          <a:r>
            <a:rPr lang="en-US"/>
            <a:t>Sample Size and Scope</a:t>
          </a:r>
        </a:p>
      </dgm:t>
    </dgm:pt>
    <dgm:pt modelId="{67BE29D1-0ECD-43C1-B21E-8BF9BC9F4F06}" type="parTrans" cxnId="{8A59DAD4-6F9F-4CC8-9097-7E7FDB09A701}">
      <dgm:prSet/>
      <dgm:spPr/>
      <dgm:t>
        <a:bodyPr/>
        <a:lstStyle/>
        <a:p>
          <a:endParaRPr lang="en-US"/>
        </a:p>
      </dgm:t>
    </dgm:pt>
    <dgm:pt modelId="{12231615-3312-4C36-A56E-0EE31575F879}" type="sibTrans" cxnId="{8A59DAD4-6F9F-4CC8-9097-7E7FDB09A701}">
      <dgm:prSet/>
      <dgm:spPr/>
      <dgm:t>
        <a:bodyPr/>
        <a:lstStyle/>
        <a:p>
          <a:pPr>
            <a:lnSpc>
              <a:spcPct val="100000"/>
            </a:lnSpc>
            <a:defRPr b="1"/>
          </a:pPr>
          <a:endParaRPr lang="en-US"/>
        </a:p>
      </dgm:t>
    </dgm:pt>
    <dgm:pt modelId="{A1B3F1CD-7D59-409E-B65E-9715B2335861}">
      <dgm:prSet/>
      <dgm:spPr/>
      <dgm:t>
        <a:bodyPr/>
        <a:lstStyle/>
        <a:p>
          <a:pPr>
            <a:lnSpc>
              <a:spcPct val="100000"/>
            </a:lnSpc>
          </a:pPr>
          <a:r>
            <a:rPr lang="en-US"/>
            <a:t>A concise survey was administered to 30 customers to identify clear patterns in priorities despite the modest sample size.</a:t>
          </a:r>
        </a:p>
      </dgm:t>
    </dgm:pt>
    <dgm:pt modelId="{01BAFC8F-363F-4FAF-8602-143056C2779F}" type="parTrans" cxnId="{B264C751-2EEE-47D0-B486-FAFE3A9E59E8}">
      <dgm:prSet/>
      <dgm:spPr/>
      <dgm:t>
        <a:bodyPr/>
        <a:lstStyle/>
        <a:p>
          <a:endParaRPr lang="en-US"/>
        </a:p>
      </dgm:t>
    </dgm:pt>
    <dgm:pt modelId="{AC16B2FB-EC65-45DA-908E-7EAFFD4B53CA}" type="sibTrans" cxnId="{B264C751-2EEE-47D0-B486-FAFE3A9E59E8}">
      <dgm:prSet/>
      <dgm:spPr/>
      <dgm:t>
        <a:bodyPr/>
        <a:lstStyle/>
        <a:p>
          <a:endParaRPr lang="en-US"/>
        </a:p>
      </dgm:t>
    </dgm:pt>
    <dgm:pt modelId="{49453DE8-AE3A-4FC1-99D1-CE4817DEE310}">
      <dgm:prSet/>
      <dgm:spPr/>
      <dgm:t>
        <a:bodyPr/>
        <a:lstStyle/>
        <a:p>
          <a:pPr>
            <a:lnSpc>
              <a:spcPct val="100000"/>
            </a:lnSpc>
            <a:defRPr b="1"/>
          </a:pPr>
          <a:r>
            <a:rPr lang="en-US"/>
            <a:t>Survey Design Simplicity</a:t>
          </a:r>
        </a:p>
      </dgm:t>
    </dgm:pt>
    <dgm:pt modelId="{C5EBBD03-7E73-4C54-BFBD-751D9E92C5AD}" type="parTrans" cxnId="{9CCE30AA-5B1E-426C-BB0A-AFA1F36EFB44}">
      <dgm:prSet/>
      <dgm:spPr/>
      <dgm:t>
        <a:bodyPr/>
        <a:lstStyle/>
        <a:p>
          <a:endParaRPr lang="en-US"/>
        </a:p>
      </dgm:t>
    </dgm:pt>
    <dgm:pt modelId="{1C792AD4-1E59-489A-9514-3973FA523325}" type="sibTrans" cxnId="{9CCE30AA-5B1E-426C-BB0A-AFA1F36EFB44}">
      <dgm:prSet/>
      <dgm:spPr/>
      <dgm:t>
        <a:bodyPr/>
        <a:lstStyle/>
        <a:p>
          <a:pPr>
            <a:lnSpc>
              <a:spcPct val="100000"/>
            </a:lnSpc>
            <a:defRPr b="1"/>
          </a:pPr>
          <a:endParaRPr lang="en-US"/>
        </a:p>
      </dgm:t>
    </dgm:pt>
    <dgm:pt modelId="{1FE990CF-C295-436E-A747-265F45F19481}">
      <dgm:prSet/>
      <dgm:spPr/>
      <dgm:t>
        <a:bodyPr/>
        <a:lstStyle/>
        <a:p>
          <a:pPr>
            <a:lnSpc>
              <a:spcPct val="100000"/>
            </a:lnSpc>
          </a:pPr>
          <a:r>
            <a:rPr lang="en-US"/>
            <a:t>The survey was kept short and structured to reduce fatigue and encourage higher participation in a busy café.</a:t>
          </a:r>
        </a:p>
      </dgm:t>
    </dgm:pt>
    <dgm:pt modelId="{06744EBD-170F-4AFF-83BB-097CB10867E8}" type="parTrans" cxnId="{89BDD5FC-CAE3-4168-BA12-5E3E908CD2FC}">
      <dgm:prSet/>
      <dgm:spPr/>
      <dgm:t>
        <a:bodyPr/>
        <a:lstStyle/>
        <a:p>
          <a:endParaRPr lang="en-US"/>
        </a:p>
      </dgm:t>
    </dgm:pt>
    <dgm:pt modelId="{6A45C5AD-7F90-4DB3-9278-0E04C824BA54}" type="sibTrans" cxnId="{89BDD5FC-CAE3-4168-BA12-5E3E908CD2FC}">
      <dgm:prSet/>
      <dgm:spPr/>
      <dgm:t>
        <a:bodyPr/>
        <a:lstStyle/>
        <a:p>
          <a:endParaRPr lang="en-US"/>
        </a:p>
      </dgm:t>
    </dgm:pt>
    <dgm:pt modelId="{FF02D52C-7E3C-4AF3-9CED-2E32B1173F27}">
      <dgm:prSet/>
      <dgm:spPr/>
      <dgm:t>
        <a:bodyPr/>
        <a:lstStyle/>
        <a:p>
          <a:pPr>
            <a:lnSpc>
              <a:spcPct val="100000"/>
            </a:lnSpc>
            <a:defRPr b="1"/>
          </a:pPr>
          <a:r>
            <a:rPr lang="en-US"/>
            <a:t>Focus on Directional Insights</a:t>
          </a:r>
        </a:p>
      </dgm:t>
    </dgm:pt>
    <dgm:pt modelId="{28A5F397-1E0C-4764-8666-F2F8B957B4CB}" type="parTrans" cxnId="{873EAD30-F099-409E-AB2C-FEA001635C9E}">
      <dgm:prSet/>
      <dgm:spPr/>
      <dgm:t>
        <a:bodyPr/>
        <a:lstStyle/>
        <a:p>
          <a:endParaRPr lang="en-US"/>
        </a:p>
      </dgm:t>
    </dgm:pt>
    <dgm:pt modelId="{D38159B8-CD71-468B-BEA9-60FB844A393E}" type="sibTrans" cxnId="{873EAD30-F099-409E-AB2C-FEA001635C9E}">
      <dgm:prSet/>
      <dgm:spPr/>
      <dgm:t>
        <a:bodyPr/>
        <a:lstStyle/>
        <a:p>
          <a:endParaRPr lang="en-US"/>
        </a:p>
      </dgm:t>
    </dgm:pt>
    <dgm:pt modelId="{EFFC9A47-B9A1-4459-BC04-0C5EBB9EFFBB}">
      <dgm:prSet/>
      <dgm:spPr/>
      <dgm:t>
        <a:bodyPr/>
        <a:lstStyle/>
        <a:p>
          <a:pPr>
            <a:lnSpc>
              <a:spcPct val="100000"/>
            </a:lnSpc>
          </a:pPr>
          <a:r>
            <a:rPr lang="en-US"/>
            <a:t>The survey aimed to capture directional insights rather than statistically generalizable data for practical business decisions.</a:t>
          </a:r>
        </a:p>
      </dgm:t>
    </dgm:pt>
    <dgm:pt modelId="{634983F3-807F-43EA-90E9-9B005C00A2B8}" type="parTrans" cxnId="{7DB2E235-346F-4638-A979-269F2E8F0B6F}">
      <dgm:prSet/>
      <dgm:spPr/>
      <dgm:t>
        <a:bodyPr/>
        <a:lstStyle/>
        <a:p>
          <a:endParaRPr lang="en-US"/>
        </a:p>
      </dgm:t>
    </dgm:pt>
    <dgm:pt modelId="{8C96310D-882D-475D-A1D9-C6550012A2D8}" type="sibTrans" cxnId="{7DB2E235-346F-4638-A979-269F2E8F0B6F}">
      <dgm:prSet/>
      <dgm:spPr/>
      <dgm:t>
        <a:bodyPr/>
        <a:lstStyle/>
        <a:p>
          <a:endParaRPr lang="en-US"/>
        </a:p>
      </dgm:t>
    </dgm:pt>
    <dgm:pt modelId="{27D0FE2E-5403-45D7-AECB-D7FA3FB945B6}" type="pres">
      <dgm:prSet presAssocID="{8DE9E015-4BF7-41A4-9B34-C2518A2A2F63}" presName="Name0" presStyleCnt="0">
        <dgm:presLayoutVars>
          <dgm:dir/>
          <dgm:resizeHandles val="exact"/>
        </dgm:presLayoutVars>
      </dgm:prSet>
      <dgm:spPr/>
    </dgm:pt>
    <dgm:pt modelId="{1DD578AD-82A2-4C80-9B6D-47A528E16E8C}" type="pres">
      <dgm:prSet presAssocID="{6FBAEBB9-C9AB-4857-A6B0-55EDBD585324}" presName="compNode" presStyleCnt="0"/>
      <dgm:spPr/>
    </dgm:pt>
    <dgm:pt modelId="{27C248AA-B029-44CD-9013-AE3A538F739A}" type="pres">
      <dgm:prSet presAssocID="{6FBAEBB9-C9AB-4857-A6B0-55EDBD585324}" presName="pictRect" presStyleLbl="revTx" presStyleIdx="0" presStyleCnt="6">
        <dgm:presLayoutVars>
          <dgm:chMax val="0"/>
          <dgm:bulletEnabled/>
        </dgm:presLayoutVars>
      </dgm:prSet>
      <dgm:spPr/>
    </dgm:pt>
    <dgm:pt modelId="{D5144CBA-76F9-44F7-A2E4-2A0FC4D0F50A}" type="pres">
      <dgm:prSet presAssocID="{6FBAEBB9-C9AB-4857-A6B0-55EDBD585324}" presName="textRect" presStyleLbl="revTx" presStyleIdx="1" presStyleCnt="6">
        <dgm:presLayoutVars>
          <dgm:bulletEnabled/>
        </dgm:presLayoutVars>
      </dgm:prSet>
      <dgm:spPr/>
    </dgm:pt>
    <dgm:pt modelId="{85A0AB2C-8556-43BC-B5A0-BC82F0A1DB19}" type="pres">
      <dgm:prSet presAssocID="{12231615-3312-4C36-A56E-0EE31575F879}" presName="sibTrans" presStyleLbl="sibTrans2D1" presStyleIdx="0" presStyleCnt="0"/>
      <dgm:spPr/>
    </dgm:pt>
    <dgm:pt modelId="{5675F3DD-A431-4F5B-A977-8F96858E8772}" type="pres">
      <dgm:prSet presAssocID="{49453DE8-AE3A-4FC1-99D1-CE4817DEE310}" presName="compNode" presStyleCnt="0"/>
      <dgm:spPr/>
    </dgm:pt>
    <dgm:pt modelId="{953A5041-B540-498A-94C9-2769B4F0F35B}" type="pres">
      <dgm:prSet presAssocID="{49453DE8-AE3A-4FC1-99D1-CE4817DEE310}" presName="pictRect" presStyleLbl="revTx" presStyleIdx="2" presStyleCnt="6">
        <dgm:presLayoutVars>
          <dgm:chMax val="0"/>
          <dgm:bulletEnabled/>
        </dgm:presLayoutVars>
      </dgm:prSet>
      <dgm:spPr/>
    </dgm:pt>
    <dgm:pt modelId="{5574959E-55B9-474C-8E61-CB02FF6B3495}" type="pres">
      <dgm:prSet presAssocID="{49453DE8-AE3A-4FC1-99D1-CE4817DEE310}" presName="textRect" presStyleLbl="revTx" presStyleIdx="3" presStyleCnt="6">
        <dgm:presLayoutVars>
          <dgm:bulletEnabled/>
        </dgm:presLayoutVars>
      </dgm:prSet>
      <dgm:spPr/>
    </dgm:pt>
    <dgm:pt modelId="{9DDC8556-E1BB-49E0-8189-36E65F13EB96}" type="pres">
      <dgm:prSet presAssocID="{1C792AD4-1E59-489A-9514-3973FA523325}" presName="sibTrans" presStyleLbl="sibTrans2D1" presStyleIdx="0" presStyleCnt="0"/>
      <dgm:spPr/>
    </dgm:pt>
    <dgm:pt modelId="{B11BF62C-2C57-4DFB-BF97-716713239DC9}" type="pres">
      <dgm:prSet presAssocID="{FF02D52C-7E3C-4AF3-9CED-2E32B1173F27}" presName="compNode" presStyleCnt="0"/>
      <dgm:spPr/>
    </dgm:pt>
    <dgm:pt modelId="{871E69F8-94DC-46F0-8FD7-C86B95655A6E}" type="pres">
      <dgm:prSet presAssocID="{FF02D52C-7E3C-4AF3-9CED-2E32B1173F27}" presName="pictRect" presStyleLbl="revTx" presStyleIdx="4" presStyleCnt="6">
        <dgm:presLayoutVars>
          <dgm:chMax val="0"/>
          <dgm:bulletEnabled/>
        </dgm:presLayoutVars>
      </dgm:prSet>
      <dgm:spPr/>
    </dgm:pt>
    <dgm:pt modelId="{20016D6D-0C83-4847-A780-C4BCC3D6F018}" type="pres">
      <dgm:prSet presAssocID="{FF02D52C-7E3C-4AF3-9CED-2E32B1173F27}" presName="textRect" presStyleLbl="revTx" presStyleIdx="5" presStyleCnt="6">
        <dgm:presLayoutVars>
          <dgm:bulletEnabled/>
        </dgm:presLayoutVars>
      </dgm:prSet>
      <dgm:spPr/>
    </dgm:pt>
  </dgm:ptLst>
  <dgm:cxnLst>
    <dgm:cxn modelId="{816CFA09-03C0-4471-AF87-0ADD74C67354}" type="presOf" srcId="{1FE990CF-C295-436E-A747-265F45F19481}" destId="{5574959E-55B9-474C-8E61-CB02FF6B3495}" srcOrd="0" destOrd="0" presId="urn:microsoft.com/office/officeart/2024/3/layout/hArchList1"/>
    <dgm:cxn modelId="{B42BFD0A-4732-4BBF-98B4-1E2AF22B545A}" type="presOf" srcId="{12231615-3312-4C36-A56E-0EE31575F879}" destId="{85A0AB2C-8556-43BC-B5A0-BC82F0A1DB19}" srcOrd="0" destOrd="0" presId="urn:microsoft.com/office/officeart/2024/3/layout/hArchList1"/>
    <dgm:cxn modelId="{873EAD30-F099-409E-AB2C-FEA001635C9E}" srcId="{8DE9E015-4BF7-41A4-9B34-C2518A2A2F63}" destId="{FF02D52C-7E3C-4AF3-9CED-2E32B1173F27}" srcOrd="2" destOrd="0" parTransId="{28A5F397-1E0C-4764-8666-F2F8B957B4CB}" sibTransId="{D38159B8-CD71-468B-BEA9-60FB844A393E}"/>
    <dgm:cxn modelId="{7DB2E235-346F-4638-A979-269F2E8F0B6F}" srcId="{FF02D52C-7E3C-4AF3-9CED-2E32B1173F27}" destId="{EFFC9A47-B9A1-4459-BC04-0C5EBB9EFFBB}" srcOrd="0" destOrd="0" parTransId="{634983F3-807F-43EA-90E9-9B005C00A2B8}" sibTransId="{8C96310D-882D-475D-A1D9-C6550012A2D8}"/>
    <dgm:cxn modelId="{DC9CE635-17A5-467D-BF72-1EB1C27324AF}" type="presOf" srcId="{FF02D52C-7E3C-4AF3-9CED-2E32B1173F27}" destId="{871E69F8-94DC-46F0-8FD7-C86B95655A6E}" srcOrd="0" destOrd="0" presId="urn:microsoft.com/office/officeart/2024/3/layout/hArchList1"/>
    <dgm:cxn modelId="{8A0EA569-AC59-468C-BBA1-284D0E184FBF}" type="presOf" srcId="{6FBAEBB9-C9AB-4857-A6B0-55EDBD585324}" destId="{27C248AA-B029-44CD-9013-AE3A538F739A}" srcOrd="0" destOrd="0" presId="urn:microsoft.com/office/officeart/2024/3/layout/hArchList1"/>
    <dgm:cxn modelId="{B264C751-2EEE-47D0-B486-FAFE3A9E59E8}" srcId="{6FBAEBB9-C9AB-4857-A6B0-55EDBD585324}" destId="{A1B3F1CD-7D59-409E-B65E-9715B2335861}" srcOrd="0" destOrd="0" parTransId="{01BAFC8F-363F-4FAF-8602-143056C2779F}" sibTransId="{AC16B2FB-EC65-45DA-908E-7EAFFD4B53CA}"/>
    <dgm:cxn modelId="{84675373-851C-4C04-94AE-71C0E88E4F59}" type="presOf" srcId="{49453DE8-AE3A-4FC1-99D1-CE4817DEE310}" destId="{953A5041-B540-498A-94C9-2769B4F0F35B}" srcOrd="0" destOrd="0" presId="urn:microsoft.com/office/officeart/2024/3/layout/hArchList1"/>
    <dgm:cxn modelId="{57466577-9446-4B8C-8E8F-33D900F75748}" type="presOf" srcId="{EFFC9A47-B9A1-4459-BC04-0C5EBB9EFFBB}" destId="{20016D6D-0C83-4847-A780-C4BCC3D6F018}" srcOrd="0" destOrd="0" presId="urn:microsoft.com/office/officeart/2024/3/layout/hArchList1"/>
    <dgm:cxn modelId="{F45B667B-9A84-4009-8826-1EACC8D3AB3C}" type="presOf" srcId="{1C792AD4-1E59-489A-9514-3973FA523325}" destId="{9DDC8556-E1BB-49E0-8189-36E65F13EB96}" srcOrd="0" destOrd="0" presId="urn:microsoft.com/office/officeart/2024/3/layout/hArchList1"/>
    <dgm:cxn modelId="{02038096-F514-42AE-8603-AF024724F56E}" type="presOf" srcId="{8DE9E015-4BF7-41A4-9B34-C2518A2A2F63}" destId="{27D0FE2E-5403-45D7-AECB-D7FA3FB945B6}" srcOrd="0" destOrd="0" presId="urn:microsoft.com/office/officeart/2024/3/layout/hArchList1"/>
    <dgm:cxn modelId="{9CCE30AA-5B1E-426C-BB0A-AFA1F36EFB44}" srcId="{8DE9E015-4BF7-41A4-9B34-C2518A2A2F63}" destId="{49453DE8-AE3A-4FC1-99D1-CE4817DEE310}" srcOrd="1" destOrd="0" parTransId="{C5EBBD03-7E73-4C54-BFBD-751D9E92C5AD}" sibTransId="{1C792AD4-1E59-489A-9514-3973FA523325}"/>
    <dgm:cxn modelId="{8A59DAD4-6F9F-4CC8-9097-7E7FDB09A701}" srcId="{8DE9E015-4BF7-41A4-9B34-C2518A2A2F63}" destId="{6FBAEBB9-C9AB-4857-A6B0-55EDBD585324}" srcOrd="0" destOrd="0" parTransId="{67BE29D1-0ECD-43C1-B21E-8BF9BC9F4F06}" sibTransId="{12231615-3312-4C36-A56E-0EE31575F879}"/>
    <dgm:cxn modelId="{EACD82E0-F75F-4105-82F6-34E1F19D765B}" type="presOf" srcId="{A1B3F1CD-7D59-409E-B65E-9715B2335861}" destId="{D5144CBA-76F9-44F7-A2E4-2A0FC4D0F50A}" srcOrd="0" destOrd="0" presId="urn:microsoft.com/office/officeart/2024/3/layout/hArchList1"/>
    <dgm:cxn modelId="{89BDD5FC-CAE3-4168-BA12-5E3E908CD2FC}" srcId="{49453DE8-AE3A-4FC1-99D1-CE4817DEE310}" destId="{1FE990CF-C295-436E-A747-265F45F19481}" srcOrd="0" destOrd="0" parTransId="{06744EBD-170F-4AFF-83BB-097CB10867E8}" sibTransId="{6A45C5AD-7F90-4DB3-9278-0E04C824BA54}"/>
    <dgm:cxn modelId="{E8682AE1-01CC-4149-BBA3-A57105E06775}" type="presParOf" srcId="{27D0FE2E-5403-45D7-AECB-D7FA3FB945B6}" destId="{1DD578AD-82A2-4C80-9B6D-47A528E16E8C}" srcOrd="0" destOrd="0" presId="urn:microsoft.com/office/officeart/2024/3/layout/hArchList1"/>
    <dgm:cxn modelId="{9650526C-512A-420B-8D9D-43B4B88EF8F7}" type="presParOf" srcId="{1DD578AD-82A2-4C80-9B6D-47A528E16E8C}" destId="{27C248AA-B029-44CD-9013-AE3A538F739A}" srcOrd="0" destOrd="0" presId="urn:microsoft.com/office/officeart/2024/3/layout/hArchList1"/>
    <dgm:cxn modelId="{C47C4198-9DF0-4298-9706-D95C6E6609C7}" type="presParOf" srcId="{1DD578AD-82A2-4C80-9B6D-47A528E16E8C}" destId="{D5144CBA-76F9-44F7-A2E4-2A0FC4D0F50A}" srcOrd="1" destOrd="0" presId="urn:microsoft.com/office/officeart/2024/3/layout/hArchList1"/>
    <dgm:cxn modelId="{66AD2E52-3E8E-4396-A512-06FB37C14089}" type="presParOf" srcId="{27D0FE2E-5403-45D7-AECB-D7FA3FB945B6}" destId="{85A0AB2C-8556-43BC-B5A0-BC82F0A1DB19}" srcOrd="1" destOrd="0" presId="urn:microsoft.com/office/officeart/2024/3/layout/hArchList1"/>
    <dgm:cxn modelId="{5600C16F-770C-4815-BE5B-B5AD45ED29CA}" type="presParOf" srcId="{27D0FE2E-5403-45D7-AECB-D7FA3FB945B6}" destId="{5675F3DD-A431-4F5B-A977-8F96858E8772}" srcOrd="2" destOrd="0" presId="urn:microsoft.com/office/officeart/2024/3/layout/hArchList1"/>
    <dgm:cxn modelId="{3C582CDD-9B2A-4F06-BCBA-FFF2A0BB4C41}" type="presParOf" srcId="{5675F3DD-A431-4F5B-A977-8F96858E8772}" destId="{953A5041-B540-498A-94C9-2769B4F0F35B}" srcOrd="0" destOrd="0" presId="urn:microsoft.com/office/officeart/2024/3/layout/hArchList1"/>
    <dgm:cxn modelId="{4C21DBFC-CBAB-4139-8894-D92244E34F70}" type="presParOf" srcId="{5675F3DD-A431-4F5B-A977-8F96858E8772}" destId="{5574959E-55B9-474C-8E61-CB02FF6B3495}" srcOrd="1" destOrd="0" presId="urn:microsoft.com/office/officeart/2024/3/layout/hArchList1"/>
    <dgm:cxn modelId="{E73E5A3F-F3BA-4341-ABCA-EFD78AAC230E}" type="presParOf" srcId="{27D0FE2E-5403-45D7-AECB-D7FA3FB945B6}" destId="{9DDC8556-E1BB-49E0-8189-36E65F13EB96}" srcOrd="3" destOrd="0" presId="urn:microsoft.com/office/officeart/2024/3/layout/hArchList1"/>
    <dgm:cxn modelId="{778E7FA1-F3EE-42DD-974C-0787B2D5B3FE}" type="presParOf" srcId="{27D0FE2E-5403-45D7-AECB-D7FA3FB945B6}" destId="{B11BF62C-2C57-4DFB-BF97-716713239DC9}" srcOrd="4" destOrd="0" presId="urn:microsoft.com/office/officeart/2024/3/layout/hArchList1"/>
    <dgm:cxn modelId="{43673DF6-26D4-40F2-A484-73EDE7F9299F}" type="presParOf" srcId="{B11BF62C-2C57-4DFB-BF97-716713239DC9}" destId="{871E69F8-94DC-46F0-8FD7-C86B95655A6E}" srcOrd="0" destOrd="0" presId="urn:microsoft.com/office/officeart/2024/3/layout/hArchList1"/>
    <dgm:cxn modelId="{C16D0912-9F2A-4EA9-A533-86C32ED6EFE2}" type="presParOf" srcId="{B11BF62C-2C57-4DFB-BF97-716713239DC9}" destId="{20016D6D-0C83-4847-A780-C4BCC3D6F018}"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2CD38B8-F8DF-41F8-B543-AD5754154352}"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1B2E352D-90BB-4EF3-8661-B14D5151C582}">
      <dgm:prSet/>
      <dgm:spPr/>
      <dgm:t>
        <a:bodyPr/>
        <a:lstStyle/>
        <a:p>
          <a:pPr>
            <a:lnSpc>
              <a:spcPct val="100000"/>
            </a:lnSpc>
            <a:defRPr b="1"/>
          </a:pPr>
          <a:r>
            <a:rPr lang="en-US"/>
            <a:t>Dual Rating System</a:t>
          </a:r>
        </a:p>
      </dgm:t>
    </dgm:pt>
    <dgm:pt modelId="{2AE0A941-C744-49EA-9945-A1ABD81E7AAB}" type="parTrans" cxnId="{D2E730A4-0AFF-4689-B5BC-9C36B15E89AF}">
      <dgm:prSet/>
      <dgm:spPr/>
      <dgm:t>
        <a:bodyPr/>
        <a:lstStyle/>
        <a:p>
          <a:endParaRPr lang="en-US"/>
        </a:p>
      </dgm:t>
    </dgm:pt>
    <dgm:pt modelId="{98F7C8E4-A92F-480A-A157-E0FEA454F2FA}" type="sibTrans" cxnId="{D2E730A4-0AFF-4689-B5BC-9C36B15E89AF}">
      <dgm:prSet/>
      <dgm:spPr/>
      <dgm:t>
        <a:bodyPr/>
        <a:lstStyle/>
        <a:p>
          <a:pPr>
            <a:lnSpc>
              <a:spcPct val="100000"/>
            </a:lnSpc>
            <a:defRPr b="1"/>
          </a:pPr>
          <a:endParaRPr lang="en-US"/>
        </a:p>
      </dgm:t>
    </dgm:pt>
    <dgm:pt modelId="{E58C1156-1B1D-4D9A-812E-C10FAD562A9A}">
      <dgm:prSet/>
      <dgm:spPr/>
      <dgm:t>
        <a:bodyPr/>
        <a:lstStyle/>
        <a:p>
          <a:pPr>
            <a:lnSpc>
              <a:spcPct val="100000"/>
            </a:lnSpc>
          </a:pPr>
          <a:r>
            <a:rPr lang="en-US"/>
            <a:t>Service dimensions are evaluated on both importance and perceived performance to understand customer priorities.</a:t>
          </a:r>
        </a:p>
      </dgm:t>
    </dgm:pt>
    <dgm:pt modelId="{A6C3B89F-B828-40C5-A7E3-898D4B22A3FA}" type="parTrans" cxnId="{FC18DEC8-4F76-4643-81FC-193D06CCB5AB}">
      <dgm:prSet/>
      <dgm:spPr/>
      <dgm:t>
        <a:bodyPr/>
        <a:lstStyle/>
        <a:p>
          <a:endParaRPr lang="en-US"/>
        </a:p>
      </dgm:t>
    </dgm:pt>
    <dgm:pt modelId="{86E5AE4D-58DE-4D8A-8E90-D8245562AE33}" type="sibTrans" cxnId="{FC18DEC8-4F76-4643-81FC-193D06CCB5AB}">
      <dgm:prSet/>
      <dgm:spPr/>
      <dgm:t>
        <a:bodyPr/>
        <a:lstStyle/>
        <a:p>
          <a:endParaRPr lang="en-US"/>
        </a:p>
      </dgm:t>
    </dgm:pt>
    <dgm:pt modelId="{6EF1A27D-5064-4280-BB93-669CFC04819D}">
      <dgm:prSet/>
      <dgm:spPr/>
      <dgm:t>
        <a:bodyPr/>
        <a:lstStyle/>
        <a:p>
          <a:pPr>
            <a:lnSpc>
              <a:spcPct val="100000"/>
            </a:lnSpc>
            <a:defRPr b="1"/>
          </a:pPr>
          <a:r>
            <a:rPr lang="en-US"/>
            <a:t>Comparing Expectations and Reality</a:t>
          </a:r>
        </a:p>
      </dgm:t>
    </dgm:pt>
    <dgm:pt modelId="{B8620A3A-A585-47C3-B3E5-D8D21123BE07}" type="parTrans" cxnId="{A4B76BAB-7887-474E-93E5-5E85C4B18AE5}">
      <dgm:prSet/>
      <dgm:spPr/>
      <dgm:t>
        <a:bodyPr/>
        <a:lstStyle/>
        <a:p>
          <a:endParaRPr lang="en-US"/>
        </a:p>
      </dgm:t>
    </dgm:pt>
    <dgm:pt modelId="{833ED0F6-B02B-4D73-A821-18DD631C9070}" type="sibTrans" cxnId="{A4B76BAB-7887-474E-93E5-5E85C4B18AE5}">
      <dgm:prSet/>
      <dgm:spPr/>
      <dgm:t>
        <a:bodyPr/>
        <a:lstStyle/>
        <a:p>
          <a:pPr>
            <a:lnSpc>
              <a:spcPct val="100000"/>
            </a:lnSpc>
            <a:defRPr b="1"/>
          </a:pPr>
          <a:endParaRPr lang="en-US"/>
        </a:p>
      </dgm:t>
    </dgm:pt>
    <dgm:pt modelId="{8EEE270B-E0BC-4AE0-BEA5-361109F07F6A}">
      <dgm:prSet/>
      <dgm:spPr/>
      <dgm:t>
        <a:bodyPr/>
        <a:lstStyle/>
        <a:p>
          <a:pPr>
            <a:lnSpc>
              <a:spcPct val="100000"/>
            </a:lnSpc>
          </a:pPr>
          <a:r>
            <a:rPr lang="en-US"/>
            <a:t>This method highlights gaps between customer expectations and actual service delivery for better insight.</a:t>
          </a:r>
        </a:p>
      </dgm:t>
    </dgm:pt>
    <dgm:pt modelId="{08BB9533-0526-4708-9491-91A61501D5C6}" type="parTrans" cxnId="{9692902C-2C59-4A39-9B82-2C0829AE5696}">
      <dgm:prSet/>
      <dgm:spPr/>
      <dgm:t>
        <a:bodyPr/>
        <a:lstStyle/>
        <a:p>
          <a:endParaRPr lang="en-US"/>
        </a:p>
      </dgm:t>
    </dgm:pt>
    <dgm:pt modelId="{B97B2A22-935E-4959-941F-78B2ED48A5F9}" type="sibTrans" cxnId="{9692902C-2C59-4A39-9B82-2C0829AE5696}">
      <dgm:prSet/>
      <dgm:spPr/>
      <dgm:t>
        <a:bodyPr/>
        <a:lstStyle/>
        <a:p>
          <a:endParaRPr lang="en-US"/>
        </a:p>
      </dgm:t>
    </dgm:pt>
    <dgm:pt modelId="{270FA967-B6D3-4DFA-AFE1-1B52E449B42A}">
      <dgm:prSet/>
      <dgm:spPr/>
      <dgm:t>
        <a:bodyPr/>
        <a:lstStyle/>
        <a:p>
          <a:pPr>
            <a:lnSpc>
              <a:spcPct val="100000"/>
            </a:lnSpc>
            <a:defRPr b="1"/>
          </a:pPr>
          <a:r>
            <a:rPr lang="en-US"/>
            <a:t>Prioritizing Improvements</a:t>
          </a:r>
        </a:p>
      </dgm:t>
    </dgm:pt>
    <dgm:pt modelId="{D4007B52-0533-4C94-B1AC-2607956C8650}" type="parTrans" cxnId="{690ABDF5-FA8D-47C8-940C-3E79DE8639DD}">
      <dgm:prSet/>
      <dgm:spPr/>
      <dgm:t>
        <a:bodyPr/>
        <a:lstStyle/>
        <a:p>
          <a:endParaRPr lang="en-US"/>
        </a:p>
      </dgm:t>
    </dgm:pt>
    <dgm:pt modelId="{115B50F2-D21D-42DC-B8D6-E6CD743CD4BA}" type="sibTrans" cxnId="{690ABDF5-FA8D-47C8-940C-3E79DE8639DD}">
      <dgm:prSet/>
      <dgm:spPr/>
      <dgm:t>
        <a:bodyPr/>
        <a:lstStyle/>
        <a:p>
          <a:endParaRPr lang="en-US"/>
        </a:p>
      </dgm:t>
    </dgm:pt>
    <dgm:pt modelId="{E853B305-6424-4000-8638-CE3E508F2F0B}">
      <dgm:prSet/>
      <dgm:spPr/>
      <dgm:t>
        <a:bodyPr/>
        <a:lstStyle/>
        <a:p>
          <a:pPr>
            <a:lnSpc>
              <a:spcPct val="100000"/>
            </a:lnSpc>
          </a:pPr>
          <a:r>
            <a:rPr lang="en-US"/>
            <a:t>Identifies low-performing areas with high importance, helping prioritize actions to enhance satisfaction.</a:t>
          </a:r>
        </a:p>
      </dgm:t>
    </dgm:pt>
    <dgm:pt modelId="{D6BE0E17-2966-4DC0-AC0E-39A71BD5DD85}" type="parTrans" cxnId="{279C5B3F-381C-48C6-8ABA-F73D15323F9E}">
      <dgm:prSet/>
      <dgm:spPr/>
      <dgm:t>
        <a:bodyPr/>
        <a:lstStyle/>
        <a:p>
          <a:endParaRPr lang="en-US"/>
        </a:p>
      </dgm:t>
    </dgm:pt>
    <dgm:pt modelId="{60BDC65F-D906-4A83-96C0-A03E4380193B}" type="sibTrans" cxnId="{279C5B3F-381C-48C6-8ABA-F73D15323F9E}">
      <dgm:prSet/>
      <dgm:spPr/>
      <dgm:t>
        <a:bodyPr/>
        <a:lstStyle/>
        <a:p>
          <a:endParaRPr lang="en-US"/>
        </a:p>
      </dgm:t>
    </dgm:pt>
    <dgm:pt modelId="{885732A5-C9E9-4DD2-A9A1-9E96190E3A3C}" type="pres">
      <dgm:prSet presAssocID="{52CD38B8-F8DF-41F8-B543-AD5754154352}" presName="Name0" presStyleCnt="0">
        <dgm:presLayoutVars>
          <dgm:dir/>
          <dgm:resizeHandles val="exact"/>
        </dgm:presLayoutVars>
      </dgm:prSet>
      <dgm:spPr/>
    </dgm:pt>
    <dgm:pt modelId="{D0919300-BF0A-4C8E-B3C5-8C18F05FFB60}" type="pres">
      <dgm:prSet presAssocID="{1B2E352D-90BB-4EF3-8661-B14D5151C582}" presName="compNode" presStyleCnt="0"/>
      <dgm:spPr/>
    </dgm:pt>
    <dgm:pt modelId="{3D55DD2C-F663-4CB0-A0D7-281E247359FC}" type="pres">
      <dgm:prSet presAssocID="{1B2E352D-90BB-4EF3-8661-B14D5151C582}" presName="pictRect" presStyleLbl="revTx" presStyleIdx="0" presStyleCnt="6">
        <dgm:presLayoutVars>
          <dgm:chMax val="0"/>
          <dgm:bulletEnabled/>
        </dgm:presLayoutVars>
      </dgm:prSet>
      <dgm:spPr/>
    </dgm:pt>
    <dgm:pt modelId="{53387CE1-6E26-4D80-A47A-01B9296CA206}" type="pres">
      <dgm:prSet presAssocID="{1B2E352D-90BB-4EF3-8661-B14D5151C582}" presName="textRect" presStyleLbl="revTx" presStyleIdx="1" presStyleCnt="6">
        <dgm:presLayoutVars>
          <dgm:bulletEnabled/>
        </dgm:presLayoutVars>
      </dgm:prSet>
      <dgm:spPr/>
    </dgm:pt>
    <dgm:pt modelId="{6441D347-2421-49E4-AB6D-FB8311C53505}" type="pres">
      <dgm:prSet presAssocID="{98F7C8E4-A92F-480A-A157-E0FEA454F2FA}" presName="sibTrans" presStyleLbl="sibTrans2D1" presStyleIdx="0" presStyleCnt="0"/>
      <dgm:spPr/>
    </dgm:pt>
    <dgm:pt modelId="{6DC03B34-6748-4124-A794-52EBDEC6F09F}" type="pres">
      <dgm:prSet presAssocID="{6EF1A27D-5064-4280-BB93-669CFC04819D}" presName="compNode" presStyleCnt="0"/>
      <dgm:spPr/>
    </dgm:pt>
    <dgm:pt modelId="{832E6EAE-D38F-410C-A0DB-627E3CCF89BE}" type="pres">
      <dgm:prSet presAssocID="{6EF1A27D-5064-4280-BB93-669CFC04819D}" presName="pictRect" presStyleLbl="revTx" presStyleIdx="2" presStyleCnt="6">
        <dgm:presLayoutVars>
          <dgm:chMax val="0"/>
          <dgm:bulletEnabled/>
        </dgm:presLayoutVars>
      </dgm:prSet>
      <dgm:spPr/>
    </dgm:pt>
    <dgm:pt modelId="{2AF12D71-E224-4BC8-BB52-DF63450933A8}" type="pres">
      <dgm:prSet presAssocID="{6EF1A27D-5064-4280-BB93-669CFC04819D}" presName="textRect" presStyleLbl="revTx" presStyleIdx="3" presStyleCnt="6">
        <dgm:presLayoutVars>
          <dgm:bulletEnabled/>
        </dgm:presLayoutVars>
      </dgm:prSet>
      <dgm:spPr/>
    </dgm:pt>
    <dgm:pt modelId="{87F19B2C-C8E2-4641-8BC7-6B3B67DEBA3F}" type="pres">
      <dgm:prSet presAssocID="{833ED0F6-B02B-4D73-A821-18DD631C9070}" presName="sibTrans" presStyleLbl="sibTrans2D1" presStyleIdx="0" presStyleCnt="0"/>
      <dgm:spPr/>
    </dgm:pt>
    <dgm:pt modelId="{75E43E1E-336F-4221-8C05-937A753A2F99}" type="pres">
      <dgm:prSet presAssocID="{270FA967-B6D3-4DFA-AFE1-1B52E449B42A}" presName="compNode" presStyleCnt="0"/>
      <dgm:spPr/>
    </dgm:pt>
    <dgm:pt modelId="{6E8506E6-17F0-4284-9F5A-0E31F18A0923}" type="pres">
      <dgm:prSet presAssocID="{270FA967-B6D3-4DFA-AFE1-1B52E449B42A}" presName="pictRect" presStyleLbl="revTx" presStyleIdx="4" presStyleCnt="6">
        <dgm:presLayoutVars>
          <dgm:chMax val="0"/>
          <dgm:bulletEnabled/>
        </dgm:presLayoutVars>
      </dgm:prSet>
      <dgm:spPr/>
    </dgm:pt>
    <dgm:pt modelId="{1BD435DB-4FAB-4307-B4E3-36473A4E0E58}" type="pres">
      <dgm:prSet presAssocID="{270FA967-B6D3-4DFA-AFE1-1B52E449B42A}" presName="textRect" presStyleLbl="revTx" presStyleIdx="5" presStyleCnt="6">
        <dgm:presLayoutVars>
          <dgm:bulletEnabled/>
        </dgm:presLayoutVars>
      </dgm:prSet>
      <dgm:spPr/>
    </dgm:pt>
  </dgm:ptLst>
  <dgm:cxnLst>
    <dgm:cxn modelId="{6F4E3702-7B2D-4FC2-AAC7-E23F76CD831C}" type="presOf" srcId="{8EEE270B-E0BC-4AE0-BEA5-361109F07F6A}" destId="{2AF12D71-E224-4BC8-BB52-DF63450933A8}" srcOrd="0" destOrd="0" presId="urn:microsoft.com/office/officeart/2024/3/layout/hArchList1"/>
    <dgm:cxn modelId="{9692902C-2C59-4A39-9B82-2C0829AE5696}" srcId="{6EF1A27D-5064-4280-BB93-669CFC04819D}" destId="{8EEE270B-E0BC-4AE0-BEA5-361109F07F6A}" srcOrd="0" destOrd="0" parTransId="{08BB9533-0526-4708-9491-91A61501D5C6}" sibTransId="{B97B2A22-935E-4959-941F-78B2ED48A5F9}"/>
    <dgm:cxn modelId="{279C5B3F-381C-48C6-8ABA-F73D15323F9E}" srcId="{270FA967-B6D3-4DFA-AFE1-1B52E449B42A}" destId="{E853B305-6424-4000-8638-CE3E508F2F0B}" srcOrd="0" destOrd="0" parTransId="{D6BE0E17-2966-4DC0-AC0E-39A71BD5DD85}" sibTransId="{60BDC65F-D906-4A83-96C0-A03E4380193B}"/>
    <dgm:cxn modelId="{AC792C5B-7011-4224-ACE6-E97FE82D9710}" type="presOf" srcId="{270FA967-B6D3-4DFA-AFE1-1B52E449B42A}" destId="{6E8506E6-17F0-4284-9F5A-0E31F18A0923}" srcOrd="0" destOrd="0" presId="urn:microsoft.com/office/officeart/2024/3/layout/hArchList1"/>
    <dgm:cxn modelId="{381B7475-7102-43C5-9790-C4ADD6A9D742}" type="presOf" srcId="{833ED0F6-B02B-4D73-A821-18DD631C9070}" destId="{87F19B2C-C8E2-4641-8BC7-6B3B67DEBA3F}" srcOrd="0" destOrd="0" presId="urn:microsoft.com/office/officeart/2024/3/layout/hArchList1"/>
    <dgm:cxn modelId="{AF661679-5682-48AC-A1E2-F7C6660CD202}" type="presOf" srcId="{E853B305-6424-4000-8638-CE3E508F2F0B}" destId="{1BD435DB-4FAB-4307-B4E3-36473A4E0E58}" srcOrd="0" destOrd="0" presId="urn:microsoft.com/office/officeart/2024/3/layout/hArchList1"/>
    <dgm:cxn modelId="{40F02080-19F2-4460-A6CD-F228A13008CE}" type="presOf" srcId="{52CD38B8-F8DF-41F8-B543-AD5754154352}" destId="{885732A5-C9E9-4DD2-A9A1-9E96190E3A3C}" srcOrd="0" destOrd="0" presId="urn:microsoft.com/office/officeart/2024/3/layout/hArchList1"/>
    <dgm:cxn modelId="{22B4EF8B-5276-4330-8B15-B06AB84E1A19}" type="presOf" srcId="{E58C1156-1B1D-4D9A-812E-C10FAD562A9A}" destId="{53387CE1-6E26-4D80-A47A-01B9296CA206}" srcOrd="0" destOrd="0" presId="urn:microsoft.com/office/officeart/2024/3/layout/hArchList1"/>
    <dgm:cxn modelId="{D2E730A4-0AFF-4689-B5BC-9C36B15E89AF}" srcId="{52CD38B8-F8DF-41F8-B543-AD5754154352}" destId="{1B2E352D-90BB-4EF3-8661-B14D5151C582}" srcOrd="0" destOrd="0" parTransId="{2AE0A941-C744-49EA-9945-A1ABD81E7AAB}" sibTransId="{98F7C8E4-A92F-480A-A157-E0FEA454F2FA}"/>
    <dgm:cxn modelId="{A4B76BAB-7887-474E-93E5-5E85C4B18AE5}" srcId="{52CD38B8-F8DF-41F8-B543-AD5754154352}" destId="{6EF1A27D-5064-4280-BB93-669CFC04819D}" srcOrd="1" destOrd="0" parTransId="{B8620A3A-A585-47C3-B3E5-D8D21123BE07}" sibTransId="{833ED0F6-B02B-4D73-A821-18DD631C9070}"/>
    <dgm:cxn modelId="{0A8F68AF-A08C-472B-9B26-491FAB04729B}" type="presOf" srcId="{6EF1A27D-5064-4280-BB93-669CFC04819D}" destId="{832E6EAE-D38F-410C-A0DB-627E3CCF89BE}" srcOrd="0" destOrd="0" presId="urn:microsoft.com/office/officeart/2024/3/layout/hArchList1"/>
    <dgm:cxn modelId="{5D4C7BC5-0744-4705-B019-EFD1A682C9AC}" type="presOf" srcId="{98F7C8E4-A92F-480A-A157-E0FEA454F2FA}" destId="{6441D347-2421-49E4-AB6D-FB8311C53505}" srcOrd="0" destOrd="0" presId="urn:microsoft.com/office/officeart/2024/3/layout/hArchList1"/>
    <dgm:cxn modelId="{FC18DEC8-4F76-4643-81FC-193D06CCB5AB}" srcId="{1B2E352D-90BB-4EF3-8661-B14D5151C582}" destId="{E58C1156-1B1D-4D9A-812E-C10FAD562A9A}" srcOrd="0" destOrd="0" parTransId="{A6C3B89F-B828-40C5-A7E3-898D4B22A3FA}" sibTransId="{86E5AE4D-58DE-4D8A-8E90-D8245562AE33}"/>
    <dgm:cxn modelId="{2252A3E5-52ED-42E0-88DA-DE57B5CF332C}" type="presOf" srcId="{1B2E352D-90BB-4EF3-8661-B14D5151C582}" destId="{3D55DD2C-F663-4CB0-A0D7-281E247359FC}" srcOrd="0" destOrd="0" presId="urn:microsoft.com/office/officeart/2024/3/layout/hArchList1"/>
    <dgm:cxn modelId="{690ABDF5-FA8D-47C8-940C-3E79DE8639DD}" srcId="{52CD38B8-F8DF-41F8-B543-AD5754154352}" destId="{270FA967-B6D3-4DFA-AFE1-1B52E449B42A}" srcOrd="2" destOrd="0" parTransId="{D4007B52-0533-4C94-B1AC-2607956C8650}" sibTransId="{115B50F2-D21D-42DC-B8D6-E6CD743CD4BA}"/>
    <dgm:cxn modelId="{989A30EB-8074-4A21-9750-04F8734EB3EA}" type="presParOf" srcId="{885732A5-C9E9-4DD2-A9A1-9E96190E3A3C}" destId="{D0919300-BF0A-4C8E-B3C5-8C18F05FFB60}" srcOrd="0" destOrd="0" presId="urn:microsoft.com/office/officeart/2024/3/layout/hArchList1"/>
    <dgm:cxn modelId="{9152866F-811F-4043-A4BC-2883A9D9C668}" type="presParOf" srcId="{D0919300-BF0A-4C8E-B3C5-8C18F05FFB60}" destId="{3D55DD2C-F663-4CB0-A0D7-281E247359FC}" srcOrd="0" destOrd="0" presId="urn:microsoft.com/office/officeart/2024/3/layout/hArchList1"/>
    <dgm:cxn modelId="{5F70E0CA-E8F5-4128-B15B-DF2163693C5B}" type="presParOf" srcId="{D0919300-BF0A-4C8E-B3C5-8C18F05FFB60}" destId="{53387CE1-6E26-4D80-A47A-01B9296CA206}" srcOrd="1" destOrd="0" presId="urn:microsoft.com/office/officeart/2024/3/layout/hArchList1"/>
    <dgm:cxn modelId="{739E58BF-F52A-46F7-8549-FAD89B6E39A6}" type="presParOf" srcId="{885732A5-C9E9-4DD2-A9A1-9E96190E3A3C}" destId="{6441D347-2421-49E4-AB6D-FB8311C53505}" srcOrd="1" destOrd="0" presId="urn:microsoft.com/office/officeart/2024/3/layout/hArchList1"/>
    <dgm:cxn modelId="{B365413D-E0B5-4441-8E14-3C5147258B9E}" type="presParOf" srcId="{885732A5-C9E9-4DD2-A9A1-9E96190E3A3C}" destId="{6DC03B34-6748-4124-A794-52EBDEC6F09F}" srcOrd="2" destOrd="0" presId="urn:microsoft.com/office/officeart/2024/3/layout/hArchList1"/>
    <dgm:cxn modelId="{C92DD06C-3DE4-4A01-ADB2-5F162F61608E}" type="presParOf" srcId="{6DC03B34-6748-4124-A794-52EBDEC6F09F}" destId="{832E6EAE-D38F-410C-A0DB-627E3CCF89BE}" srcOrd="0" destOrd="0" presId="urn:microsoft.com/office/officeart/2024/3/layout/hArchList1"/>
    <dgm:cxn modelId="{57ABA67B-6BD7-4BAA-8C2F-7CF2EF4AF03A}" type="presParOf" srcId="{6DC03B34-6748-4124-A794-52EBDEC6F09F}" destId="{2AF12D71-E224-4BC8-BB52-DF63450933A8}" srcOrd="1" destOrd="0" presId="urn:microsoft.com/office/officeart/2024/3/layout/hArchList1"/>
    <dgm:cxn modelId="{C0C74DB2-79FB-4F53-8E6C-212312C88512}" type="presParOf" srcId="{885732A5-C9E9-4DD2-A9A1-9E96190E3A3C}" destId="{87F19B2C-C8E2-4641-8BC7-6B3B67DEBA3F}" srcOrd="3" destOrd="0" presId="urn:microsoft.com/office/officeart/2024/3/layout/hArchList1"/>
    <dgm:cxn modelId="{21A29DD8-5182-45EC-A09D-20F2B0E95D2B}" type="presParOf" srcId="{885732A5-C9E9-4DD2-A9A1-9E96190E3A3C}" destId="{75E43E1E-336F-4221-8C05-937A753A2F99}" srcOrd="4" destOrd="0" presId="urn:microsoft.com/office/officeart/2024/3/layout/hArchList1"/>
    <dgm:cxn modelId="{B51A8788-7C54-4A07-B774-8624469081C6}" type="presParOf" srcId="{75E43E1E-336F-4221-8C05-937A753A2F99}" destId="{6E8506E6-17F0-4284-9F5A-0E31F18A0923}" srcOrd="0" destOrd="0" presId="urn:microsoft.com/office/officeart/2024/3/layout/hArchList1"/>
    <dgm:cxn modelId="{1A3862DC-54AA-4956-A1F3-CF062BE22ACA}" type="presParOf" srcId="{75E43E1E-336F-4221-8C05-937A753A2F99}" destId="{1BD435DB-4FAB-4307-B4E3-36473A4E0E58}"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A84ADA91-A545-4A8A-8FDE-55B8CDDB2C89}"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596C4D5E-65B8-424E-BD03-DDA3CF906230}">
      <dgm:prSet/>
      <dgm:spPr/>
      <dgm:t>
        <a:bodyPr/>
        <a:lstStyle/>
        <a:p>
          <a:pPr>
            <a:lnSpc>
              <a:spcPct val="100000"/>
            </a:lnSpc>
            <a:defRPr b="1"/>
          </a:pPr>
          <a:r>
            <a:rPr lang="en-US"/>
            <a:t>Functional Quality Aspects</a:t>
          </a:r>
        </a:p>
      </dgm:t>
    </dgm:pt>
    <dgm:pt modelId="{DC174CCB-6961-4BFB-8C82-B09581686A86}" type="parTrans" cxnId="{8A3CBB1B-709B-4ECF-A97F-8AD2BEE86CAF}">
      <dgm:prSet/>
      <dgm:spPr/>
      <dgm:t>
        <a:bodyPr/>
        <a:lstStyle/>
        <a:p>
          <a:endParaRPr lang="en-US"/>
        </a:p>
      </dgm:t>
    </dgm:pt>
    <dgm:pt modelId="{8A04926A-7F8A-4E25-A7B8-86E032DB10A2}" type="sibTrans" cxnId="{8A3CBB1B-709B-4ECF-A97F-8AD2BEE86CAF}">
      <dgm:prSet/>
      <dgm:spPr/>
      <dgm:t>
        <a:bodyPr/>
        <a:lstStyle/>
        <a:p>
          <a:pPr>
            <a:lnSpc>
              <a:spcPct val="100000"/>
            </a:lnSpc>
            <a:defRPr b="1"/>
          </a:pPr>
          <a:endParaRPr lang="en-US"/>
        </a:p>
      </dgm:t>
    </dgm:pt>
    <dgm:pt modelId="{990717CB-20EC-4059-A54F-4E1551D897CC}">
      <dgm:prSet/>
      <dgm:spPr/>
      <dgm:t>
        <a:bodyPr/>
        <a:lstStyle/>
        <a:p>
          <a:pPr>
            <a:lnSpc>
              <a:spcPct val="100000"/>
            </a:lnSpc>
          </a:pPr>
          <a:r>
            <a:rPr lang="en-US"/>
            <a:t>Speed of service and beverage quality directly impact transaction efficiency and customer satisfaction.</a:t>
          </a:r>
        </a:p>
      </dgm:t>
    </dgm:pt>
    <dgm:pt modelId="{AD293E71-0B81-42AB-BBC6-2FCEF398B740}" type="parTrans" cxnId="{47DAA443-17B0-4FF3-B06D-48E4496A1A33}">
      <dgm:prSet/>
      <dgm:spPr/>
      <dgm:t>
        <a:bodyPr/>
        <a:lstStyle/>
        <a:p>
          <a:endParaRPr lang="en-US"/>
        </a:p>
      </dgm:t>
    </dgm:pt>
    <dgm:pt modelId="{9E7E3CC0-4461-4EBF-9A5C-8B714F515148}" type="sibTrans" cxnId="{47DAA443-17B0-4FF3-B06D-48E4496A1A33}">
      <dgm:prSet/>
      <dgm:spPr/>
      <dgm:t>
        <a:bodyPr/>
        <a:lstStyle/>
        <a:p>
          <a:endParaRPr lang="en-US"/>
        </a:p>
      </dgm:t>
    </dgm:pt>
    <dgm:pt modelId="{E56FE9A5-C0E7-4C26-BB6B-16E6C73491E0}">
      <dgm:prSet/>
      <dgm:spPr/>
      <dgm:t>
        <a:bodyPr/>
        <a:lstStyle/>
        <a:p>
          <a:pPr>
            <a:lnSpc>
              <a:spcPct val="100000"/>
            </a:lnSpc>
            <a:defRPr b="1"/>
          </a:pPr>
          <a:r>
            <a:rPr lang="en-US"/>
            <a:t>Experiential Quality Elements</a:t>
          </a:r>
        </a:p>
      </dgm:t>
    </dgm:pt>
    <dgm:pt modelId="{0F8DAF70-2736-43A3-A8C4-AD2F9C3AFB74}" type="parTrans" cxnId="{7C2770EA-1F68-4921-ADAB-B7193792B4E2}">
      <dgm:prSet/>
      <dgm:spPr/>
      <dgm:t>
        <a:bodyPr/>
        <a:lstStyle/>
        <a:p>
          <a:endParaRPr lang="en-US"/>
        </a:p>
      </dgm:t>
    </dgm:pt>
    <dgm:pt modelId="{EB7F06CA-D2EE-4EA9-A41F-F453CC7B8D2F}" type="sibTrans" cxnId="{7C2770EA-1F68-4921-ADAB-B7193792B4E2}">
      <dgm:prSet/>
      <dgm:spPr/>
      <dgm:t>
        <a:bodyPr/>
        <a:lstStyle/>
        <a:p>
          <a:pPr>
            <a:lnSpc>
              <a:spcPct val="100000"/>
            </a:lnSpc>
            <a:defRPr b="1"/>
          </a:pPr>
          <a:endParaRPr lang="en-US"/>
        </a:p>
      </dgm:t>
    </dgm:pt>
    <dgm:pt modelId="{ABA3DC53-84AB-42FF-B90A-55C2D74DE102}">
      <dgm:prSet/>
      <dgm:spPr/>
      <dgm:t>
        <a:bodyPr/>
        <a:lstStyle/>
        <a:p>
          <a:pPr>
            <a:lnSpc>
              <a:spcPct val="100000"/>
            </a:lnSpc>
          </a:pPr>
          <a:r>
            <a:rPr lang="en-US"/>
            <a:t>Friendliness, ambiance, and cleanliness shape emotional responses and influence brand perception.</a:t>
          </a:r>
        </a:p>
      </dgm:t>
    </dgm:pt>
    <dgm:pt modelId="{CF95A766-276D-4A74-8972-9F126ECD664E}" type="parTrans" cxnId="{1965241A-EC5C-4541-8BB3-80F29641367E}">
      <dgm:prSet/>
      <dgm:spPr/>
      <dgm:t>
        <a:bodyPr/>
        <a:lstStyle/>
        <a:p>
          <a:endParaRPr lang="en-US"/>
        </a:p>
      </dgm:t>
    </dgm:pt>
    <dgm:pt modelId="{2A7C8B57-79B2-4F3E-A157-4C4C3FCDF0BF}" type="sibTrans" cxnId="{1965241A-EC5C-4541-8BB3-80F29641367E}">
      <dgm:prSet/>
      <dgm:spPr/>
      <dgm:t>
        <a:bodyPr/>
        <a:lstStyle/>
        <a:p>
          <a:endParaRPr lang="en-US"/>
        </a:p>
      </dgm:t>
    </dgm:pt>
    <dgm:pt modelId="{5B68D7DD-D664-42CF-A7E6-1A1EFD75A093}">
      <dgm:prSet/>
      <dgm:spPr/>
      <dgm:t>
        <a:bodyPr/>
        <a:lstStyle/>
        <a:p>
          <a:pPr>
            <a:lnSpc>
              <a:spcPct val="100000"/>
            </a:lnSpc>
            <a:defRPr b="1"/>
          </a:pPr>
          <a:r>
            <a:rPr lang="en-US"/>
            <a:t>Holistic Quality Evaluation</a:t>
          </a:r>
        </a:p>
      </dgm:t>
    </dgm:pt>
    <dgm:pt modelId="{6CD6A6BC-1D7A-48E0-AEF8-DB46C7DB70D7}" type="parTrans" cxnId="{FA7F1DA2-A017-49AE-AFF5-3D398E751F90}">
      <dgm:prSet/>
      <dgm:spPr/>
      <dgm:t>
        <a:bodyPr/>
        <a:lstStyle/>
        <a:p>
          <a:endParaRPr lang="en-US"/>
        </a:p>
      </dgm:t>
    </dgm:pt>
    <dgm:pt modelId="{F1F16B70-5459-4FF1-BEBA-2895A46FB418}" type="sibTrans" cxnId="{FA7F1DA2-A017-49AE-AFF5-3D398E751F90}">
      <dgm:prSet/>
      <dgm:spPr/>
      <dgm:t>
        <a:bodyPr/>
        <a:lstStyle/>
        <a:p>
          <a:endParaRPr lang="en-US"/>
        </a:p>
      </dgm:t>
    </dgm:pt>
    <dgm:pt modelId="{04AD4F24-2185-4DDF-B623-3B54CF3F228E}">
      <dgm:prSet/>
      <dgm:spPr/>
      <dgm:t>
        <a:bodyPr/>
        <a:lstStyle/>
        <a:p>
          <a:pPr>
            <a:lnSpc>
              <a:spcPct val="100000"/>
            </a:lnSpc>
          </a:pPr>
          <a:r>
            <a:rPr lang="en-US"/>
            <a:t>Combining functional and experiential metrics provides a comprehensive view of service quality and highlights trade-offs.</a:t>
          </a:r>
        </a:p>
      </dgm:t>
    </dgm:pt>
    <dgm:pt modelId="{55503477-9172-4AC5-AF2B-19075C8AB600}" type="parTrans" cxnId="{7879060F-B6DF-4F98-8CF2-9A6BA2276371}">
      <dgm:prSet/>
      <dgm:spPr/>
      <dgm:t>
        <a:bodyPr/>
        <a:lstStyle/>
        <a:p>
          <a:endParaRPr lang="en-US"/>
        </a:p>
      </dgm:t>
    </dgm:pt>
    <dgm:pt modelId="{6CE4A6E5-6018-431A-B24F-F911D1ACFEF0}" type="sibTrans" cxnId="{7879060F-B6DF-4F98-8CF2-9A6BA2276371}">
      <dgm:prSet/>
      <dgm:spPr/>
      <dgm:t>
        <a:bodyPr/>
        <a:lstStyle/>
        <a:p>
          <a:endParaRPr lang="en-US"/>
        </a:p>
      </dgm:t>
    </dgm:pt>
    <dgm:pt modelId="{1BA0B7FA-0F20-4713-8D56-D9B9EC034B24}" type="pres">
      <dgm:prSet presAssocID="{A84ADA91-A545-4A8A-8FDE-55B8CDDB2C89}" presName="Name0" presStyleCnt="0">
        <dgm:presLayoutVars>
          <dgm:dir/>
          <dgm:resizeHandles val="exact"/>
        </dgm:presLayoutVars>
      </dgm:prSet>
      <dgm:spPr/>
    </dgm:pt>
    <dgm:pt modelId="{3BB3AB49-C70B-433D-80B0-4730243CFCB5}" type="pres">
      <dgm:prSet presAssocID="{596C4D5E-65B8-424E-BD03-DDA3CF906230}" presName="compNode" presStyleCnt="0"/>
      <dgm:spPr/>
    </dgm:pt>
    <dgm:pt modelId="{914A4D51-136C-45F2-A06B-A2D2F47B15AF}" type="pres">
      <dgm:prSet presAssocID="{596C4D5E-65B8-424E-BD03-DDA3CF906230}" presName="pictRect" presStyleLbl="revTx" presStyleIdx="0" presStyleCnt="6">
        <dgm:presLayoutVars>
          <dgm:chMax val="0"/>
          <dgm:bulletEnabled/>
        </dgm:presLayoutVars>
      </dgm:prSet>
      <dgm:spPr/>
    </dgm:pt>
    <dgm:pt modelId="{6FC4972E-B120-4D2F-B100-B61656A50406}" type="pres">
      <dgm:prSet presAssocID="{596C4D5E-65B8-424E-BD03-DDA3CF906230}" presName="textRect" presStyleLbl="revTx" presStyleIdx="1" presStyleCnt="6">
        <dgm:presLayoutVars>
          <dgm:bulletEnabled/>
        </dgm:presLayoutVars>
      </dgm:prSet>
      <dgm:spPr/>
    </dgm:pt>
    <dgm:pt modelId="{80464B3A-5CE4-4D57-854E-31BC133745F7}" type="pres">
      <dgm:prSet presAssocID="{8A04926A-7F8A-4E25-A7B8-86E032DB10A2}" presName="sibTrans" presStyleLbl="sibTrans2D1" presStyleIdx="0" presStyleCnt="0"/>
      <dgm:spPr/>
    </dgm:pt>
    <dgm:pt modelId="{A5D71B94-429D-43A1-B8AE-2FE7C1CC2C20}" type="pres">
      <dgm:prSet presAssocID="{E56FE9A5-C0E7-4C26-BB6B-16E6C73491E0}" presName="compNode" presStyleCnt="0"/>
      <dgm:spPr/>
    </dgm:pt>
    <dgm:pt modelId="{0F394E8E-5FB6-40C1-B05D-163DBAFC174D}" type="pres">
      <dgm:prSet presAssocID="{E56FE9A5-C0E7-4C26-BB6B-16E6C73491E0}" presName="pictRect" presStyleLbl="revTx" presStyleIdx="2" presStyleCnt="6">
        <dgm:presLayoutVars>
          <dgm:chMax val="0"/>
          <dgm:bulletEnabled/>
        </dgm:presLayoutVars>
      </dgm:prSet>
      <dgm:spPr/>
    </dgm:pt>
    <dgm:pt modelId="{E5F95F06-98AC-42F6-BEFB-3F188D74B2B5}" type="pres">
      <dgm:prSet presAssocID="{E56FE9A5-C0E7-4C26-BB6B-16E6C73491E0}" presName="textRect" presStyleLbl="revTx" presStyleIdx="3" presStyleCnt="6">
        <dgm:presLayoutVars>
          <dgm:bulletEnabled/>
        </dgm:presLayoutVars>
      </dgm:prSet>
      <dgm:spPr/>
    </dgm:pt>
    <dgm:pt modelId="{1468D42F-72DB-45B4-B2DF-185758746C30}" type="pres">
      <dgm:prSet presAssocID="{EB7F06CA-D2EE-4EA9-A41F-F453CC7B8D2F}" presName="sibTrans" presStyleLbl="sibTrans2D1" presStyleIdx="0" presStyleCnt="0"/>
      <dgm:spPr/>
    </dgm:pt>
    <dgm:pt modelId="{A016E3A1-2E3C-4A3D-A883-6D6F6CD6254C}" type="pres">
      <dgm:prSet presAssocID="{5B68D7DD-D664-42CF-A7E6-1A1EFD75A093}" presName="compNode" presStyleCnt="0"/>
      <dgm:spPr/>
    </dgm:pt>
    <dgm:pt modelId="{D533D7F3-B792-4B40-81F0-0D4CF8FC40DB}" type="pres">
      <dgm:prSet presAssocID="{5B68D7DD-D664-42CF-A7E6-1A1EFD75A093}" presName="pictRect" presStyleLbl="revTx" presStyleIdx="4" presStyleCnt="6">
        <dgm:presLayoutVars>
          <dgm:chMax val="0"/>
          <dgm:bulletEnabled/>
        </dgm:presLayoutVars>
      </dgm:prSet>
      <dgm:spPr/>
    </dgm:pt>
    <dgm:pt modelId="{6422DC71-EE37-4777-8807-C2AE2A1658CD}" type="pres">
      <dgm:prSet presAssocID="{5B68D7DD-D664-42CF-A7E6-1A1EFD75A093}" presName="textRect" presStyleLbl="revTx" presStyleIdx="5" presStyleCnt="6">
        <dgm:presLayoutVars>
          <dgm:bulletEnabled/>
        </dgm:presLayoutVars>
      </dgm:prSet>
      <dgm:spPr/>
    </dgm:pt>
  </dgm:ptLst>
  <dgm:cxnLst>
    <dgm:cxn modelId="{7879060F-B6DF-4F98-8CF2-9A6BA2276371}" srcId="{5B68D7DD-D664-42CF-A7E6-1A1EFD75A093}" destId="{04AD4F24-2185-4DDF-B623-3B54CF3F228E}" srcOrd="0" destOrd="0" parTransId="{55503477-9172-4AC5-AF2B-19075C8AB600}" sibTransId="{6CE4A6E5-6018-431A-B24F-F911D1ACFEF0}"/>
    <dgm:cxn modelId="{1965241A-EC5C-4541-8BB3-80F29641367E}" srcId="{E56FE9A5-C0E7-4C26-BB6B-16E6C73491E0}" destId="{ABA3DC53-84AB-42FF-B90A-55C2D74DE102}" srcOrd="0" destOrd="0" parTransId="{CF95A766-276D-4A74-8972-9F126ECD664E}" sibTransId="{2A7C8B57-79B2-4F3E-A157-4C4C3FCDF0BF}"/>
    <dgm:cxn modelId="{8A3CBB1B-709B-4ECF-A97F-8AD2BEE86CAF}" srcId="{A84ADA91-A545-4A8A-8FDE-55B8CDDB2C89}" destId="{596C4D5E-65B8-424E-BD03-DDA3CF906230}" srcOrd="0" destOrd="0" parTransId="{DC174CCB-6961-4BFB-8C82-B09581686A86}" sibTransId="{8A04926A-7F8A-4E25-A7B8-86E032DB10A2}"/>
    <dgm:cxn modelId="{E5058E39-41B0-4C1C-AAE5-6A4477CB9774}" type="presOf" srcId="{ABA3DC53-84AB-42FF-B90A-55C2D74DE102}" destId="{E5F95F06-98AC-42F6-BEFB-3F188D74B2B5}" srcOrd="0" destOrd="0" presId="urn:microsoft.com/office/officeart/2024/3/layout/hArchList1"/>
    <dgm:cxn modelId="{A2CB2A42-097B-4A71-ABC5-D2FBED662D9F}" type="presOf" srcId="{EB7F06CA-D2EE-4EA9-A41F-F453CC7B8D2F}" destId="{1468D42F-72DB-45B4-B2DF-185758746C30}" srcOrd="0" destOrd="0" presId="urn:microsoft.com/office/officeart/2024/3/layout/hArchList1"/>
    <dgm:cxn modelId="{47DAA443-17B0-4FF3-B06D-48E4496A1A33}" srcId="{596C4D5E-65B8-424E-BD03-DDA3CF906230}" destId="{990717CB-20EC-4059-A54F-4E1551D897CC}" srcOrd="0" destOrd="0" parTransId="{AD293E71-0B81-42AB-BBC6-2FCEF398B740}" sibTransId="{9E7E3CC0-4461-4EBF-9A5C-8B714F515148}"/>
    <dgm:cxn modelId="{75CC3964-D03C-473F-9B42-F0421C9BA8DB}" type="presOf" srcId="{990717CB-20EC-4059-A54F-4E1551D897CC}" destId="{6FC4972E-B120-4D2F-B100-B61656A50406}" srcOrd="0" destOrd="0" presId="urn:microsoft.com/office/officeart/2024/3/layout/hArchList1"/>
    <dgm:cxn modelId="{BEFCBC4C-C198-46D0-AE6A-0C8D3B66DE85}" type="presOf" srcId="{5B68D7DD-D664-42CF-A7E6-1A1EFD75A093}" destId="{D533D7F3-B792-4B40-81F0-0D4CF8FC40DB}" srcOrd="0" destOrd="0" presId="urn:microsoft.com/office/officeart/2024/3/layout/hArchList1"/>
    <dgm:cxn modelId="{6021D973-7183-4265-912B-E316798DC440}" type="presOf" srcId="{E56FE9A5-C0E7-4C26-BB6B-16E6C73491E0}" destId="{0F394E8E-5FB6-40C1-B05D-163DBAFC174D}" srcOrd="0" destOrd="0" presId="urn:microsoft.com/office/officeart/2024/3/layout/hArchList1"/>
    <dgm:cxn modelId="{4F55908C-BCF2-496E-B46B-402D5FEBEB38}" type="presOf" srcId="{04AD4F24-2185-4DDF-B623-3B54CF3F228E}" destId="{6422DC71-EE37-4777-8807-C2AE2A1658CD}" srcOrd="0" destOrd="0" presId="urn:microsoft.com/office/officeart/2024/3/layout/hArchList1"/>
    <dgm:cxn modelId="{179AFD9C-9C89-4686-A878-E3F40ACF881A}" type="presOf" srcId="{8A04926A-7F8A-4E25-A7B8-86E032DB10A2}" destId="{80464B3A-5CE4-4D57-854E-31BC133745F7}" srcOrd="0" destOrd="0" presId="urn:microsoft.com/office/officeart/2024/3/layout/hArchList1"/>
    <dgm:cxn modelId="{FA7F1DA2-A017-49AE-AFF5-3D398E751F90}" srcId="{A84ADA91-A545-4A8A-8FDE-55B8CDDB2C89}" destId="{5B68D7DD-D664-42CF-A7E6-1A1EFD75A093}" srcOrd="2" destOrd="0" parTransId="{6CD6A6BC-1D7A-48E0-AEF8-DB46C7DB70D7}" sibTransId="{F1F16B70-5459-4FF1-BEBA-2895A46FB418}"/>
    <dgm:cxn modelId="{B062A3D5-6FE4-4CF3-A20C-0A0C30C0E364}" type="presOf" srcId="{596C4D5E-65B8-424E-BD03-DDA3CF906230}" destId="{914A4D51-136C-45F2-A06B-A2D2F47B15AF}" srcOrd="0" destOrd="0" presId="urn:microsoft.com/office/officeart/2024/3/layout/hArchList1"/>
    <dgm:cxn modelId="{7C2770EA-1F68-4921-ADAB-B7193792B4E2}" srcId="{A84ADA91-A545-4A8A-8FDE-55B8CDDB2C89}" destId="{E56FE9A5-C0E7-4C26-BB6B-16E6C73491E0}" srcOrd="1" destOrd="0" parTransId="{0F8DAF70-2736-43A3-A8C4-AD2F9C3AFB74}" sibTransId="{EB7F06CA-D2EE-4EA9-A41F-F453CC7B8D2F}"/>
    <dgm:cxn modelId="{0ED5EBF2-68B2-4A90-96E9-C9D6CAEFAC8E}" type="presOf" srcId="{A84ADA91-A545-4A8A-8FDE-55B8CDDB2C89}" destId="{1BA0B7FA-0F20-4713-8D56-D9B9EC034B24}" srcOrd="0" destOrd="0" presId="urn:microsoft.com/office/officeart/2024/3/layout/hArchList1"/>
    <dgm:cxn modelId="{3A691C43-3FEE-4CAB-90AF-5D1EE2C8A90E}" type="presParOf" srcId="{1BA0B7FA-0F20-4713-8D56-D9B9EC034B24}" destId="{3BB3AB49-C70B-433D-80B0-4730243CFCB5}" srcOrd="0" destOrd="0" presId="urn:microsoft.com/office/officeart/2024/3/layout/hArchList1"/>
    <dgm:cxn modelId="{0C6CFBB0-8B50-4B15-95B5-67896997D2E4}" type="presParOf" srcId="{3BB3AB49-C70B-433D-80B0-4730243CFCB5}" destId="{914A4D51-136C-45F2-A06B-A2D2F47B15AF}" srcOrd="0" destOrd="0" presId="urn:microsoft.com/office/officeart/2024/3/layout/hArchList1"/>
    <dgm:cxn modelId="{C86D1D43-C6A7-49D1-8C08-DA0073D73D67}" type="presParOf" srcId="{3BB3AB49-C70B-433D-80B0-4730243CFCB5}" destId="{6FC4972E-B120-4D2F-B100-B61656A50406}" srcOrd="1" destOrd="0" presId="urn:microsoft.com/office/officeart/2024/3/layout/hArchList1"/>
    <dgm:cxn modelId="{4859C1BA-D52B-4EBA-8613-924D7C08D22A}" type="presParOf" srcId="{1BA0B7FA-0F20-4713-8D56-D9B9EC034B24}" destId="{80464B3A-5CE4-4D57-854E-31BC133745F7}" srcOrd="1" destOrd="0" presId="urn:microsoft.com/office/officeart/2024/3/layout/hArchList1"/>
    <dgm:cxn modelId="{7007CB35-E86F-4229-8A9D-E48698D5947F}" type="presParOf" srcId="{1BA0B7FA-0F20-4713-8D56-D9B9EC034B24}" destId="{A5D71B94-429D-43A1-B8AE-2FE7C1CC2C20}" srcOrd="2" destOrd="0" presId="urn:microsoft.com/office/officeart/2024/3/layout/hArchList1"/>
    <dgm:cxn modelId="{3FDAB46D-929F-49E8-AC5E-B31035064B68}" type="presParOf" srcId="{A5D71B94-429D-43A1-B8AE-2FE7C1CC2C20}" destId="{0F394E8E-5FB6-40C1-B05D-163DBAFC174D}" srcOrd="0" destOrd="0" presId="urn:microsoft.com/office/officeart/2024/3/layout/hArchList1"/>
    <dgm:cxn modelId="{EEE65071-E9A3-45D5-A2C5-117821490D80}" type="presParOf" srcId="{A5D71B94-429D-43A1-B8AE-2FE7C1CC2C20}" destId="{E5F95F06-98AC-42F6-BEFB-3F188D74B2B5}" srcOrd="1" destOrd="0" presId="urn:microsoft.com/office/officeart/2024/3/layout/hArchList1"/>
    <dgm:cxn modelId="{CB6D3BBC-CDB0-4D18-8B66-171CDFE2FEE2}" type="presParOf" srcId="{1BA0B7FA-0F20-4713-8D56-D9B9EC034B24}" destId="{1468D42F-72DB-45B4-B2DF-185758746C30}" srcOrd="3" destOrd="0" presId="urn:microsoft.com/office/officeart/2024/3/layout/hArchList1"/>
    <dgm:cxn modelId="{2CF93E27-F64C-4FAF-9305-77CFE64A7E06}" type="presParOf" srcId="{1BA0B7FA-0F20-4713-8D56-D9B9EC034B24}" destId="{A016E3A1-2E3C-4A3D-A883-6D6F6CD6254C}" srcOrd="4" destOrd="0" presId="urn:microsoft.com/office/officeart/2024/3/layout/hArchList1"/>
    <dgm:cxn modelId="{598F31D8-764B-4A02-A1A3-60ACEBD6D118}" type="presParOf" srcId="{A016E3A1-2E3C-4A3D-A883-6D6F6CD6254C}" destId="{D533D7F3-B792-4B40-81F0-0D4CF8FC40DB}" srcOrd="0" destOrd="0" presId="urn:microsoft.com/office/officeart/2024/3/layout/hArchList1"/>
    <dgm:cxn modelId="{B1591B97-9F8F-4E25-ADAA-F54A67D73616}" type="presParOf" srcId="{A016E3A1-2E3C-4A3D-A883-6D6F6CD6254C}" destId="{6422DC71-EE37-4777-8807-C2AE2A1658CD}"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57F4DFC4-4C89-4893-BB58-43E442E5BC0A}"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13BD439D-C06B-4D7C-871A-503731C24C17}">
      <dgm:prSet/>
      <dgm:spPr/>
      <dgm:t>
        <a:bodyPr/>
        <a:lstStyle/>
        <a:p>
          <a:pPr>
            <a:lnSpc>
              <a:spcPct val="100000"/>
            </a:lnSpc>
            <a:defRPr b="1"/>
          </a:pPr>
          <a:r>
            <a:rPr lang="en-US"/>
            <a:t>Speed of Service Gap</a:t>
          </a:r>
        </a:p>
      </dgm:t>
    </dgm:pt>
    <dgm:pt modelId="{16C9F220-235E-48A5-97F3-6A34808B77B7}" type="parTrans" cxnId="{9491F3D0-5743-452D-B967-98F27C83E6E6}">
      <dgm:prSet/>
      <dgm:spPr/>
      <dgm:t>
        <a:bodyPr/>
        <a:lstStyle/>
        <a:p>
          <a:endParaRPr lang="en-US"/>
        </a:p>
      </dgm:t>
    </dgm:pt>
    <dgm:pt modelId="{C1361FE9-A39D-4CAC-91B2-69C23578CB0B}" type="sibTrans" cxnId="{9491F3D0-5743-452D-B967-98F27C83E6E6}">
      <dgm:prSet/>
      <dgm:spPr/>
      <dgm:t>
        <a:bodyPr/>
        <a:lstStyle/>
        <a:p>
          <a:pPr>
            <a:lnSpc>
              <a:spcPct val="100000"/>
            </a:lnSpc>
            <a:defRPr b="1"/>
          </a:pPr>
          <a:endParaRPr lang="en-US"/>
        </a:p>
      </dgm:t>
    </dgm:pt>
    <dgm:pt modelId="{C68E45CD-FF38-42A1-899C-39D03F631A86}">
      <dgm:prSet/>
      <dgm:spPr/>
      <dgm:t>
        <a:bodyPr/>
        <a:lstStyle/>
        <a:p>
          <a:pPr>
            <a:lnSpc>
              <a:spcPct val="100000"/>
            </a:lnSpc>
          </a:pPr>
          <a:r>
            <a:rPr lang="en-US"/>
            <a:t>Speed of service shows the largest negative gap between importance and actual performance at BrewHaven.</a:t>
          </a:r>
        </a:p>
      </dgm:t>
    </dgm:pt>
    <dgm:pt modelId="{2A4F7CC1-7C45-46F9-8302-D1482D7C4D38}" type="parTrans" cxnId="{E1B26C54-3B07-4CA8-8AA2-94F752D75329}">
      <dgm:prSet/>
      <dgm:spPr/>
      <dgm:t>
        <a:bodyPr/>
        <a:lstStyle/>
        <a:p>
          <a:endParaRPr lang="en-US"/>
        </a:p>
      </dgm:t>
    </dgm:pt>
    <dgm:pt modelId="{CC05CF3D-B058-419F-A561-99C37764B561}" type="sibTrans" cxnId="{E1B26C54-3B07-4CA8-8AA2-94F752D75329}">
      <dgm:prSet/>
      <dgm:spPr/>
      <dgm:t>
        <a:bodyPr/>
        <a:lstStyle/>
        <a:p>
          <a:endParaRPr lang="en-US"/>
        </a:p>
      </dgm:t>
    </dgm:pt>
    <dgm:pt modelId="{98BD1B8A-7658-441A-A93D-F0ABE5002E77}">
      <dgm:prSet/>
      <dgm:spPr/>
      <dgm:t>
        <a:bodyPr/>
        <a:lstStyle/>
        <a:p>
          <a:pPr>
            <a:lnSpc>
              <a:spcPct val="100000"/>
            </a:lnSpc>
            <a:defRPr b="1"/>
          </a:pPr>
          <a:r>
            <a:rPr lang="en-US"/>
            <a:t>Impact on Customer Retention</a:t>
          </a:r>
        </a:p>
      </dgm:t>
    </dgm:pt>
    <dgm:pt modelId="{3E452B6F-036E-476E-A6E8-9A146CEE2B0B}" type="parTrans" cxnId="{B3E9E69F-BD4A-463E-A682-E47E9ECC4A12}">
      <dgm:prSet/>
      <dgm:spPr/>
      <dgm:t>
        <a:bodyPr/>
        <a:lstStyle/>
        <a:p>
          <a:endParaRPr lang="en-US"/>
        </a:p>
      </dgm:t>
    </dgm:pt>
    <dgm:pt modelId="{8BA715F5-E80E-4F1E-BC7E-B615490AF6B1}" type="sibTrans" cxnId="{B3E9E69F-BD4A-463E-A682-E47E9ECC4A12}">
      <dgm:prSet/>
      <dgm:spPr/>
      <dgm:t>
        <a:bodyPr/>
        <a:lstStyle/>
        <a:p>
          <a:pPr>
            <a:lnSpc>
              <a:spcPct val="100000"/>
            </a:lnSpc>
            <a:defRPr b="1"/>
          </a:pPr>
          <a:endParaRPr lang="en-US"/>
        </a:p>
      </dgm:t>
    </dgm:pt>
    <dgm:pt modelId="{2F3A8216-A5C6-4E06-A2FC-FC2C755C860F}">
      <dgm:prSet/>
      <dgm:spPr/>
      <dgm:t>
        <a:bodyPr/>
        <a:lstStyle/>
        <a:p>
          <a:pPr>
            <a:lnSpc>
              <a:spcPct val="100000"/>
            </a:lnSpc>
          </a:pPr>
          <a:r>
            <a:rPr lang="en-US"/>
            <a:t>This performance gap threatens customer retention and reduces peak-hour revenue opportunities.</a:t>
          </a:r>
        </a:p>
      </dgm:t>
    </dgm:pt>
    <dgm:pt modelId="{82499AF1-94AE-4F1B-A0C1-C9BEB98D10F4}" type="parTrans" cxnId="{10A523C4-7058-4FE4-8C12-70DC640599EE}">
      <dgm:prSet/>
      <dgm:spPr/>
      <dgm:t>
        <a:bodyPr/>
        <a:lstStyle/>
        <a:p>
          <a:endParaRPr lang="en-US"/>
        </a:p>
      </dgm:t>
    </dgm:pt>
    <dgm:pt modelId="{E0D17665-F925-4308-8B2B-008A6417ED6E}" type="sibTrans" cxnId="{10A523C4-7058-4FE4-8C12-70DC640599EE}">
      <dgm:prSet/>
      <dgm:spPr/>
      <dgm:t>
        <a:bodyPr/>
        <a:lstStyle/>
        <a:p>
          <a:endParaRPr lang="en-US"/>
        </a:p>
      </dgm:t>
    </dgm:pt>
    <dgm:pt modelId="{0A43FE98-246E-4C04-AD28-9C3E37108B8E}">
      <dgm:prSet/>
      <dgm:spPr/>
      <dgm:t>
        <a:bodyPr/>
        <a:lstStyle/>
        <a:p>
          <a:pPr>
            <a:lnSpc>
              <a:spcPct val="100000"/>
            </a:lnSpc>
            <a:defRPr b="1"/>
          </a:pPr>
          <a:r>
            <a:rPr lang="en-US"/>
            <a:t>Urgent Quality Management Focus</a:t>
          </a:r>
        </a:p>
      </dgm:t>
    </dgm:pt>
    <dgm:pt modelId="{0A72F181-DEFB-4747-A5BF-1EC1CED45458}" type="parTrans" cxnId="{16A722E3-9660-403B-BE79-1E19B8F1334D}">
      <dgm:prSet/>
      <dgm:spPr/>
      <dgm:t>
        <a:bodyPr/>
        <a:lstStyle/>
        <a:p>
          <a:endParaRPr lang="en-US"/>
        </a:p>
      </dgm:t>
    </dgm:pt>
    <dgm:pt modelId="{B4751C0B-B0D5-47F9-9B9D-2B9C69CCB09D}" type="sibTrans" cxnId="{16A722E3-9660-403B-BE79-1E19B8F1334D}">
      <dgm:prSet/>
      <dgm:spPr/>
      <dgm:t>
        <a:bodyPr/>
        <a:lstStyle/>
        <a:p>
          <a:endParaRPr lang="en-US"/>
        </a:p>
      </dgm:t>
    </dgm:pt>
    <dgm:pt modelId="{E9354512-960C-4838-B9EE-20C781A2ED4A}">
      <dgm:prSet/>
      <dgm:spPr/>
      <dgm:t>
        <a:bodyPr/>
        <a:lstStyle/>
        <a:p>
          <a:pPr>
            <a:lnSpc>
              <a:spcPct val="100000"/>
            </a:lnSpc>
          </a:pPr>
          <a:r>
            <a:rPr lang="en-US"/>
            <a:t>Addressing the speed of service is the priority to improve satisfaction and loyalty effectively.</a:t>
          </a:r>
        </a:p>
      </dgm:t>
    </dgm:pt>
    <dgm:pt modelId="{AAF084E7-411A-4536-8E22-3B363829E51C}" type="parTrans" cxnId="{593B2A2C-8EE7-4A60-9B5B-88A535C4738A}">
      <dgm:prSet/>
      <dgm:spPr/>
      <dgm:t>
        <a:bodyPr/>
        <a:lstStyle/>
        <a:p>
          <a:endParaRPr lang="en-US"/>
        </a:p>
      </dgm:t>
    </dgm:pt>
    <dgm:pt modelId="{E79E2936-660C-462B-A2A8-CCD2D8004197}" type="sibTrans" cxnId="{593B2A2C-8EE7-4A60-9B5B-88A535C4738A}">
      <dgm:prSet/>
      <dgm:spPr/>
      <dgm:t>
        <a:bodyPr/>
        <a:lstStyle/>
        <a:p>
          <a:endParaRPr lang="en-US"/>
        </a:p>
      </dgm:t>
    </dgm:pt>
    <dgm:pt modelId="{DC86B641-42EC-47A2-9132-4B2F5D092955}" type="pres">
      <dgm:prSet presAssocID="{57F4DFC4-4C89-4893-BB58-43E442E5BC0A}" presName="Name0" presStyleCnt="0">
        <dgm:presLayoutVars>
          <dgm:dir/>
          <dgm:resizeHandles val="exact"/>
        </dgm:presLayoutVars>
      </dgm:prSet>
      <dgm:spPr/>
    </dgm:pt>
    <dgm:pt modelId="{305EAE9C-9C89-4D2A-9D2E-654901669771}" type="pres">
      <dgm:prSet presAssocID="{13BD439D-C06B-4D7C-871A-503731C24C17}" presName="compNode" presStyleCnt="0"/>
      <dgm:spPr/>
    </dgm:pt>
    <dgm:pt modelId="{01D65990-DE0F-4101-80A3-B99E6B7EF989}" type="pres">
      <dgm:prSet presAssocID="{13BD439D-C06B-4D7C-871A-503731C24C17}" presName="pictRect" presStyleLbl="revTx" presStyleIdx="0" presStyleCnt="6">
        <dgm:presLayoutVars>
          <dgm:chMax val="0"/>
          <dgm:bulletEnabled/>
        </dgm:presLayoutVars>
      </dgm:prSet>
      <dgm:spPr/>
    </dgm:pt>
    <dgm:pt modelId="{0ACA214D-B935-49AD-AABE-E2DDE74B3FB4}" type="pres">
      <dgm:prSet presAssocID="{13BD439D-C06B-4D7C-871A-503731C24C17}" presName="textRect" presStyleLbl="revTx" presStyleIdx="1" presStyleCnt="6">
        <dgm:presLayoutVars>
          <dgm:bulletEnabled/>
        </dgm:presLayoutVars>
      </dgm:prSet>
      <dgm:spPr/>
    </dgm:pt>
    <dgm:pt modelId="{ED536554-A312-4178-AD8C-1EA27259443B}" type="pres">
      <dgm:prSet presAssocID="{C1361FE9-A39D-4CAC-91B2-69C23578CB0B}" presName="sibTrans" presStyleLbl="sibTrans2D1" presStyleIdx="0" presStyleCnt="0"/>
      <dgm:spPr/>
    </dgm:pt>
    <dgm:pt modelId="{16B1400D-9A8D-4C7A-9CC4-02C66490DAC9}" type="pres">
      <dgm:prSet presAssocID="{98BD1B8A-7658-441A-A93D-F0ABE5002E77}" presName="compNode" presStyleCnt="0"/>
      <dgm:spPr/>
    </dgm:pt>
    <dgm:pt modelId="{041769C9-858A-403C-80A4-B7F5A725DF83}" type="pres">
      <dgm:prSet presAssocID="{98BD1B8A-7658-441A-A93D-F0ABE5002E77}" presName="pictRect" presStyleLbl="revTx" presStyleIdx="2" presStyleCnt="6">
        <dgm:presLayoutVars>
          <dgm:chMax val="0"/>
          <dgm:bulletEnabled/>
        </dgm:presLayoutVars>
      </dgm:prSet>
      <dgm:spPr/>
    </dgm:pt>
    <dgm:pt modelId="{073E46E0-D2B9-4584-A64F-EC7A8B84EE84}" type="pres">
      <dgm:prSet presAssocID="{98BD1B8A-7658-441A-A93D-F0ABE5002E77}" presName="textRect" presStyleLbl="revTx" presStyleIdx="3" presStyleCnt="6">
        <dgm:presLayoutVars>
          <dgm:bulletEnabled/>
        </dgm:presLayoutVars>
      </dgm:prSet>
      <dgm:spPr/>
    </dgm:pt>
    <dgm:pt modelId="{BD4C21F8-F335-44AD-8A8C-6B318BDBB854}" type="pres">
      <dgm:prSet presAssocID="{8BA715F5-E80E-4F1E-BC7E-B615490AF6B1}" presName="sibTrans" presStyleLbl="sibTrans2D1" presStyleIdx="0" presStyleCnt="0"/>
      <dgm:spPr/>
    </dgm:pt>
    <dgm:pt modelId="{73557989-ACA6-46C3-BE3B-220D9A4FFBEC}" type="pres">
      <dgm:prSet presAssocID="{0A43FE98-246E-4C04-AD28-9C3E37108B8E}" presName="compNode" presStyleCnt="0"/>
      <dgm:spPr/>
    </dgm:pt>
    <dgm:pt modelId="{7BAEACAE-AC7F-4768-98AB-139239E889FB}" type="pres">
      <dgm:prSet presAssocID="{0A43FE98-246E-4C04-AD28-9C3E37108B8E}" presName="pictRect" presStyleLbl="revTx" presStyleIdx="4" presStyleCnt="6">
        <dgm:presLayoutVars>
          <dgm:chMax val="0"/>
          <dgm:bulletEnabled/>
        </dgm:presLayoutVars>
      </dgm:prSet>
      <dgm:spPr/>
    </dgm:pt>
    <dgm:pt modelId="{D686AE2A-0619-41DC-8A3C-50A104858CA6}" type="pres">
      <dgm:prSet presAssocID="{0A43FE98-246E-4C04-AD28-9C3E37108B8E}" presName="textRect" presStyleLbl="revTx" presStyleIdx="5" presStyleCnt="6">
        <dgm:presLayoutVars>
          <dgm:bulletEnabled/>
        </dgm:presLayoutVars>
      </dgm:prSet>
      <dgm:spPr/>
    </dgm:pt>
  </dgm:ptLst>
  <dgm:cxnLst>
    <dgm:cxn modelId="{2420F802-CA9D-42F4-96EC-ED2596B8A22F}" type="presOf" srcId="{8BA715F5-E80E-4F1E-BC7E-B615490AF6B1}" destId="{BD4C21F8-F335-44AD-8A8C-6B318BDBB854}" srcOrd="0" destOrd="0" presId="urn:microsoft.com/office/officeart/2024/3/layout/hArchList1"/>
    <dgm:cxn modelId="{593B2A2C-8EE7-4A60-9B5B-88A535C4738A}" srcId="{0A43FE98-246E-4C04-AD28-9C3E37108B8E}" destId="{E9354512-960C-4838-B9EE-20C781A2ED4A}" srcOrd="0" destOrd="0" parTransId="{AAF084E7-411A-4536-8E22-3B363829E51C}" sibTransId="{E79E2936-660C-462B-A2A8-CCD2D8004197}"/>
    <dgm:cxn modelId="{610C8A30-FC25-45AC-B5F3-0903EDFA6C9C}" type="presOf" srcId="{57F4DFC4-4C89-4893-BB58-43E442E5BC0A}" destId="{DC86B641-42EC-47A2-9132-4B2F5D092955}" srcOrd="0" destOrd="0" presId="urn:microsoft.com/office/officeart/2024/3/layout/hArchList1"/>
    <dgm:cxn modelId="{EDF43264-38C3-4EA4-90AB-61E529295A81}" type="presOf" srcId="{0A43FE98-246E-4C04-AD28-9C3E37108B8E}" destId="{7BAEACAE-AC7F-4768-98AB-139239E889FB}" srcOrd="0" destOrd="0" presId="urn:microsoft.com/office/officeart/2024/3/layout/hArchList1"/>
    <dgm:cxn modelId="{5F4F4444-DC6E-4899-802B-E8C0B3876D3D}" type="presOf" srcId="{98BD1B8A-7658-441A-A93D-F0ABE5002E77}" destId="{041769C9-858A-403C-80A4-B7F5A725DF83}" srcOrd="0" destOrd="0" presId="urn:microsoft.com/office/officeart/2024/3/layout/hArchList1"/>
    <dgm:cxn modelId="{E6CB286B-B9F5-4409-B57A-F4AF7EBF4713}" type="presOf" srcId="{2F3A8216-A5C6-4E06-A2FC-FC2C755C860F}" destId="{073E46E0-D2B9-4584-A64F-EC7A8B84EE84}" srcOrd="0" destOrd="0" presId="urn:microsoft.com/office/officeart/2024/3/layout/hArchList1"/>
    <dgm:cxn modelId="{E1B26C54-3B07-4CA8-8AA2-94F752D75329}" srcId="{13BD439D-C06B-4D7C-871A-503731C24C17}" destId="{C68E45CD-FF38-42A1-899C-39D03F631A86}" srcOrd="0" destOrd="0" parTransId="{2A4F7CC1-7C45-46F9-8302-D1482D7C4D38}" sibTransId="{CC05CF3D-B058-419F-A561-99C37764B561}"/>
    <dgm:cxn modelId="{1302967E-B025-49C8-A5F2-19341EB7F182}" type="presOf" srcId="{C1361FE9-A39D-4CAC-91B2-69C23578CB0B}" destId="{ED536554-A312-4178-AD8C-1EA27259443B}" srcOrd="0" destOrd="0" presId="urn:microsoft.com/office/officeart/2024/3/layout/hArchList1"/>
    <dgm:cxn modelId="{CC4C849C-EE8D-4D61-B84A-EF593A155E35}" type="presOf" srcId="{C68E45CD-FF38-42A1-899C-39D03F631A86}" destId="{0ACA214D-B935-49AD-AABE-E2DDE74B3FB4}" srcOrd="0" destOrd="0" presId="urn:microsoft.com/office/officeart/2024/3/layout/hArchList1"/>
    <dgm:cxn modelId="{B3E9E69F-BD4A-463E-A682-E47E9ECC4A12}" srcId="{57F4DFC4-4C89-4893-BB58-43E442E5BC0A}" destId="{98BD1B8A-7658-441A-A93D-F0ABE5002E77}" srcOrd="1" destOrd="0" parTransId="{3E452B6F-036E-476E-A6E8-9A146CEE2B0B}" sibTransId="{8BA715F5-E80E-4F1E-BC7E-B615490AF6B1}"/>
    <dgm:cxn modelId="{10A523C4-7058-4FE4-8C12-70DC640599EE}" srcId="{98BD1B8A-7658-441A-A93D-F0ABE5002E77}" destId="{2F3A8216-A5C6-4E06-A2FC-FC2C755C860F}" srcOrd="0" destOrd="0" parTransId="{82499AF1-94AE-4F1B-A0C1-C9BEB98D10F4}" sibTransId="{E0D17665-F925-4308-8B2B-008A6417ED6E}"/>
    <dgm:cxn modelId="{765D79CC-7B39-4631-8245-A7167C09B6CF}" type="presOf" srcId="{E9354512-960C-4838-B9EE-20C781A2ED4A}" destId="{D686AE2A-0619-41DC-8A3C-50A104858CA6}" srcOrd="0" destOrd="0" presId="urn:microsoft.com/office/officeart/2024/3/layout/hArchList1"/>
    <dgm:cxn modelId="{9491F3D0-5743-452D-B967-98F27C83E6E6}" srcId="{57F4DFC4-4C89-4893-BB58-43E442E5BC0A}" destId="{13BD439D-C06B-4D7C-871A-503731C24C17}" srcOrd="0" destOrd="0" parTransId="{16C9F220-235E-48A5-97F3-6A34808B77B7}" sibTransId="{C1361FE9-A39D-4CAC-91B2-69C23578CB0B}"/>
    <dgm:cxn modelId="{16A722E3-9660-403B-BE79-1E19B8F1334D}" srcId="{57F4DFC4-4C89-4893-BB58-43E442E5BC0A}" destId="{0A43FE98-246E-4C04-AD28-9C3E37108B8E}" srcOrd="2" destOrd="0" parTransId="{0A72F181-DEFB-4747-A5BF-1EC1CED45458}" sibTransId="{B4751C0B-B0D5-47F9-9B9D-2B9C69CCB09D}"/>
    <dgm:cxn modelId="{10DA02F2-44B2-41D1-9E2C-EEAA79F53A7E}" type="presOf" srcId="{13BD439D-C06B-4D7C-871A-503731C24C17}" destId="{01D65990-DE0F-4101-80A3-B99E6B7EF989}" srcOrd="0" destOrd="0" presId="urn:microsoft.com/office/officeart/2024/3/layout/hArchList1"/>
    <dgm:cxn modelId="{DF6BE00E-ECAC-4E8C-8D1A-F259D80FA82E}" type="presParOf" srcId="{DC86B641-42EC-47A2-9132-4B2F5D092955}" destId="{305EAE9C-9C89-4D2A-9D2E-654901669771}" srcOrd="0" destOrd="0" presId="urn:microsoft.com/office/officeart/2024/3/layout/hArchList1"/>
    <dgm:cxn modelId="{615AB0DB-043A-4C4C-9825-3BAC095191C0}" type="presParOf" srcId="{305EAE9C-9C89-4D2A-9D2E-654901669771}" destId="{01D65990-DE0F-4101-80A3-B99E6B7EF989}" srcOrd="0" destOrd="0" presId="urn:microsoft.com/office/officeart/2024/3/layout/hArchList1"/>
    <dgm:cxn modelId="{2DCF8436-39FF-496E-848A-EC3DB89292D1}" type="presParOf" srcId="{305EAE9C-9C89-4D2A-9D2E-654901669771}" destId="{0ACA214D-B935-49AD-AABE-E2DDE74B3FB4}" srcOrd="1" destOrd="0" presId="urn:microsoft.com/office/officeart/2024/3/layout/hArchList1"/>
    <dgm:cxn modelId="{656DD57C-2331-4177-AB3A-89FF102A78E1}" type="presParOf" srcId="{DC86B641-42EC-47A2-9132-4B2F5D092955}" destId="{ED536554-A312-4178-AD8C-1EA27259443B}" srcOrd="1" destOrd="0" presId="urn:microsoft.com/office/officeart/2024/3/layout/hArchList1"/>
    <dgm:cxn modelId="{CC0AF4CD-65B2-4DFF-B40F-83991A09ACA2}" type="presParOf" srcId="{DC86B641-42EC-47A2-9132-4B2F5D092955}" destId="{16B1400D-9A8D-4C7A-9CC4-02C66490DAC9}" srcOrd="2" destOrd="0" presId="urn:microsoft.com/office/officeart/2024/3/layout/hArchList1"/>
    <dgm:cxn modelId="{6F8811E9-168A-41C1-9E47-A22F0693F79A}" type="presParOf" srcId="{16B1400D-9A8D-4C7A-9CC4-02C66490DAC9}" destId="{041769C9-858A-403C-80A4-B7F5A725DF83}" srcOrd="0" destOrd="0" presId="urn:microsoft.com/office/officeart/2024/3/layout/hArchList1"/>
    <dgm:cxn modelId="{D03E0896-88F0-41BB-B86B-5A8BD35E7145}" type="presParOf" srcId="{16B1400D-9A8D-4C7A-9CC4-02C66490DAC9}" destId="{073E46E0-D2B9-4584-A64F-EC7A8B84EE84}" srcOrd="1" destOrd="0" presId="urn:microsoft.com/office/officeart/2024/3/layout/hArchList1"/>
    <dgm:cxn modelId="{6E994A35-2B05-45DF-AB60-D59E5DC93CBD}" type="presParOf" srcId="{DC86B641-42EC-47A2-9132-4B2F5D092955}" destId="{BD4C21F8-F335-44AD-8A8C-6B318BDBB854}" srcOrd="3" destOrd="0" presId="urn:microsoft.com/office/officeart/2024/3/layout/hArchList1"/>
    <dgm:cxn modelId="{D1ACC41F-67AE-43B8-8824-1F92D45E472F}" type="presParOf" srcId="{DC86B641-42EC-47A2-9132-4B2F5D092955}" destId="{73557989-ACA6-46C3-BE3B-220D9A4FFBEC}" srcOrd="4" destOrd="0" presId="urn:microsoft.com/office/officeart/2024/3/layout/hArchList1"/>
    <dgm:cxn modelId="{2FF8D14C-8BB6-4C21-91B3-5ABDA778FBC9}" type="presParOf" srcId="{73557989-ACA6-46C3-BE3B-220D9A4FFBEC}" destId="{7BAEACAE-AC7F-4768-98AB-139239E889FB}" srcOrd="0" destOrd="0" presId="urn:microsoft.com/office/officeart/2024/3/layout/hArchList1"/>
    <dgm:cxn modelId="{8481B882-579E-4F17-A51C-5A8F02BABE38}" type="presParOf" srcId="{73557989-ACA6-46C3-BE3B-220D9A4FFBEC}" destId="{D686AE2A-0619-41DC-8A3C-50A104858CA6}"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C8A4F777-C62B-4C04-9A76-9E07396FF7E9}"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B2891D3B-C2D8-491E-962B-D1DF95782DC1}">
      <dgm:prSet/>
      <dgm:spPr/>
      <dgm:t>
        <a:bodyPr/>
        <a:lstStyle/>
        <a:p>
          <a:pPr>
            <a:lnSpc>
              <a:spcPct val="100000"/>
            </a:lnSpc>
            <a:defRPr b="1"/>
          </a:pPr>
          <a:r>
            <a:rPr lang="en-US"/>
            <a:t>Beverage Quality Excellence</a:t>
          </a:r>
        </a:p>
      </dgm:t>
    </dgm:pt>
    <dgm:pt modelId="{5ECCD74F-1D5E-4B66-9769-5B1E6A5D6E04}" type="parTrans" cxnId="{9410A227-1EC1-46D5-A0E8-634F58117370}">
      <dgm:prSet/>
      <dgm:spPr/>
      <dgm:t>
        <a:bodyPr/>
        <a:lstStyle/>
        <a:p>
          <a:endParaRPr lang="en-US"/>
        </a:p>
      </dgm:t>
    </dgm:pt>
    <dgm:pt modelId="{4F583399-3D9C-48DA-9B14-E1FB22785EF0}" type="sibTrans" cxnId="{9410A227-1EC1-46D5-A0E8-634F58117370}">
      <dgm:prSet/>
      <dgm:spPr/>
      <dgm:t>
        <a:bodyPr/>
        <a:lstStyle/>
        <a:p>
          <a:pPr>
            <a:lnSpc>
              <a:spcPct val="100000"/>
            </a:lnSpc>
            <a:defRPr b="1"/>
          </a:pPr>
          <a:endParaRPr lang="en-US"/>
        </a:p>
      </dgm:t>
    </dgm:pt>
    <dgm:pt modelId="{E4FEADCF-8DBA-4551-94E2-C38DA5D81EE9}">
      <dgm:prSet/>
      <dgm:spPr/>
      <dgm:t>
        <a:bodyPr/>
        <a:lstStyle/>
        <a:p>
          <a:pPr>
            <a:lnSpc>
              <a:spcPct val="100000"/>
            </a:lnSpc>
          </a:pPr>
          <a:r>
            <a:rPr lang="en-US"/>
            <a:t>BrewHaven consistently delivers high-quality beverages that meet and exceed customer expectations, strengthening brand loyalty.</a:t>
          </a:r>
        </a:p>
      </dgm:t>
    </dgm:pt>
    <dgm:pt modelId="{238FAF89-F184-416A-85CE-4A23173A0E8A}" type="parTrans" cxnId="{F8F1B538-0F14-4EE5-A0CE-EC755F6CA095}">
      <dgm:prSet/>
      <dgm:spPr/>
      <dgm:t>
        <a:bodyPr/>
        <a:lstStyle/>
        <a:p>
          <a:endParaRPr lang="en-US"/>
        </a:p>
      </dgm:t>
    </dgm:pt>
    <dgm:pt modelId="{F2C5C13B-ADAD-48F9-9931-2B0E8FDB55F8}" type="sibTrans" cxnId="{F8F1B538-0F14-4EE5-A0CE-EC755F6CA095}">
      <dgm:prSet/>
      <dgm:spPr/>
      <dgm:t>
        <a:bodyPr/>
        <a:lstStyle/>
        <a:p>
          <a:endParaRPr lang="en-US"/>
        </a:p>
      </dgm:t>
    </dgm:pt>
    <dgm:pt modelId="{66CFAC3E-8BE1-40E3-B282-421D19A137AC}">
      <dgm:prSet/>
      <dgm:spPr/>
      <dgm:t>
        <a:bodyPr/>
        <a:lstStyle/>
        <a:p>
          <a:pPr>
            <a:lnSpc>
              <a:spcPct val="100000"/>
            </a:lnSpc>
            <a:defRPr b="1"/>
          </a:pPr>
          <a:r>
            <a:rPr lang="en-US"/>
            <a:t>Staff Friendliness</a:t>
          </a:r>
        </a:p>
      </dgm:t>
    </dgm:pt>
    <dgm:pt modelId="{2635082C-B06E-4D80-B16F-D5D3A71BCB16}" type="parTrans" cxnId="{2F903D36-F742-41B1-B811-928D33D31412}">
      <dgm:prSet/>
      <dgm:spPr/>
      <dgm:t>
        <a:bodyPr/>
        <a:lstStyle/>
        <a:p>
          <a:endParaRPr lang="en-US"/>
        </a:p>
      </dgm:t>
    </dgm:pt>
    <dgm:pt modelId="{46586C5C-BA90-4614-A576-BA0600762EEF}" type="sibTrans" cxnId="{2F903D36-F742-41B1-B811-928D33D31412}">
      <dgm:prSet/>
      <dgm:spPr/>
      <dgm:t>
        <a:bodyPr/>
        <a:lstStyle/>
        <a:p>
          <a:pPr>
            <a:lnSpc>
              <a:spcPct val="100000"/>
            </a:lnSpc>
            <a:defRPr b="1"/>
          </a:pPr>
          <a:endParaRPr lang="en-US"/>
        </a:p>
      </dgm:t>
    </dgm:pt>
    <dgm:pt modelId="{2DB076E4-680B-464E-ABB9-62ED42DC9DC7}">
      <dgm:prSet/>
      <dgm:spPr/>
      <dgm:t>
        <a:bodyPr/>
        <a:lstStyle/>
        <a:p>
          <a:pPr>
            <a:lnSpc>
              <a:spcPct val="100000"/>
            </a:lnSpc>
          </a:pPr>
          <a:r>
            <a:rPr lang="en-US"/>
            <a:t>Friendly and welcoming staff enhance customer experience, contributing positively to BrewHaven’s reputation.</a:t>
          </a:r>
        </a:p>
      </dgm:t>
    </dgm:pt>
    <dgm:pt modelId="{DC857EA8-1B4E-458A-9F0E-9325E4973120}" type="parTrans" cxnId="{DF0787B1-8BB9-43FE-83BF-92049F62F700}">
      <dgm:prSet/>
      <dgm:spPr/>
      <dgm:t>
        <a:bodyPr/>
        <a:lstStyle/>
        <a:p>
          <a:endParaRPr lang="en-US"/>
        </a:p>
      </dgm:t>
    </dgm:pt>
    <dgm:pt modelId="{9A980205-00CD-40EE-A5DD-16951BF6C7A5}" type="sibTrans" cxnId="{DF0787B1-8BB9-43FE-83BF-92049F62F700}">
      <dgm:prSet/>
      <dgm:spPr/>
      <dgm:t>
        <a:bodyPr/>
        <a:lstStyle/>
        <a:p>
          <a:endParaRPr lang="en-US"/>
        </a:p>
      </dgm:t>
    </dgm:pt>
    <dgm:pt modelId="{DD7D6DE0-0937-4F82-B135-D98BD1466F29}">
      <dgm:prSet/>
      <dgm:spPr/>
      <dgm:t>
        <a:bodyPr/>
        <a:lstStyle/>
        <a:p>
          <a:pPr>
            <a:lnSpc>
              <a:spcPct val="100000"/>
            </a:lnSpc>
            <a:defRPr b="1"/>
          </a:pPr>
          <a:r>
            <a:rPr lang="en-US"/>
            <a:t>Strategic Investment Focus</a:t>
          </a:r>
        </a:p>
      </dgm:t>
    </dgm:pt>
    <dgm:pt modelId="{B4B993C5-F01E-448F-9029-3667CC8AB0CA}" type="parTrans" cxnId="{EEC426AA-735A-4888-96F7-C3DB56B7458E}">
      <dgm:prSet/>
      <dgm:spPr/>
      <dgm:t>
        <a:bodyPr/>
        <a:lstStyle/>
        <a:p>
          <a:endParaRPr lang="en-US"/>
        </a:p>
      </dgm:t>
    </dgm:pt>
    <dgm:pt modelId="{244E73FC-8E51-4312-8AE9-763BB2D2C9D2}" type="sibTrans" cxnId="{EEC426AA-735A-4888-96F7-C3DB56B7458E}">
      <dgm:prSet/>
      <dgm:spPr/>
      <dgm:t>
        <a:bodyPr/>
        <a:lstStyle/>
        <a:p>
          <a:endParaRPr lang="en-US"/>
        </a:p>
      </dgm:t>
    </dgm:pt>
    <dgm:pt modelId="{7D8868D6-4149-40A0-950A-F3D5F45DEBDA}">
      <dgm:prSet/>
      <dgm:spPr/>
      <dgm:t>
        <a:bodyPr/>
        <a:lstStyle/>
        <a:p>
          <a:pPr>
            <a:lnSpc>
              <a:spcPct val="100000"/>
            </a:lnSpc>
          </a:pPr>
          <a:r>
            <a:rPr lang="en-US"/>
            <a:t>While strengths are clear, future investments should prioritize improving service speed to maximize customer satisfaction.</a:t>
          </a:r>
        </a:p>
      </dgm:t>
    </dgm:pt>
    <dgm:pt modelId="{C8A5EB5E-BFC0-4FB5-AC7E-EB11C3B6B0CA}" type="parTrans" cxnId="{75CF77A9-2467-4608-A80A-DFBEC657321F}">
      <dgm:prSet/>
      <dgm:spPr/>
      <dgm:t>
        <a:bodyPr/>
        <a:lstStyle/>
        <a:p>
          <a:endParaRPr lang="en-US"/>
        </a:p>
      </dgm:t>
    </dgm:pt>
    <dgm:pt modelId="{BEA62BEC-BBE2-480A-83CC-249EA6F6B5E2}" type="sibTrans" cxnId="{75CF77A9-2467-4608-A80A-DFBEC657321F}">
      <dgm:prSet/>
      <dgm:spPr/>
      <dgm:t>
        <a:bodyPr/>
        <a:lstStyle/>
        <a:p>
          <a:endParaRPr lang="en-US"/>
        </a:p>
      </dgm:t>
    </dgm:pt>
    <dgm:pt modelId="{E55323E3-8D82-41D3-9233-8015D6227502}" type="pres">
      <dgm:prSet presAssocID="{C8A4F777-C62B-4C04-9A76-9E07396FF7E9}" presName="Name0" presStyleCnt="0">
        <dgm:presLayoutVars>
          <dgm:dir/>
          <dgm:resizeHandles val="exact"/>
        </dgm:presLayoutVars>
      </dgm:prSet>
      <dgm:spPr/>
    </dgm:pt>
    <dgm:pt modelId="{C7262056-6E75-434A-9FF9-30DC4EC70ED9}" type="pres">
      <dgm:prSet presAssocID="{B2891D3B-C2D8-491E-962B-D1DF95782DC1}" presName="compNode" presStyleCnt="0"/>
      <dgm:spPr/>
    </dgm:pt>
    <dgm:pt modelId="{B52E40F4-2B44-4556-A4DC-FD8673CAED23}" type="pres">
      <dgm:prSet presAssocID="{B2891D3B-C2D8-491E-962B-D1DF95782DC1}" presName="pictRect" presStyleLbl="revTx" presStyleIdx="0" presStyleCnt="6">
        <dgm:presLayoutVars>
          <dgm:chMax val="0"/>
          <dgm:bulletEnabled/>
        </dgm:presLayoutVars>
      </dgm:prSet>
      <dgm:spPr/>
    </dgm:pt>
    <dgm:pt modelId="{91A9FE98-3EE2-4C51-9218-066A58B88B5C}" type="pres">
      <dgm:prSet presAssocID="{B2891D3B-C2D8-491E-962B-D1DF95782DC1}" presName="textRect" presStyleLbl="revTx" presStyleIdx="1" presStyleCnt="6">
        <dgm:presLayoutVars>
          <dgm:bulletEnabled/>
        </dgm:presLayoutVars>
      </dgm:prSet>
      <dgm:spPr/>
    </dgm:pt>
    <dgm:pt modelId="{D4A0B02B-00CB-4D11-ACDF-BE69926A2762}" type="pres">
      <dgm:prSet presAssocID="{4F583399-3D9C-48DA-9B14-E1FB22785EF0}" presName="sibTrans" presStyleLbl="sibTrans2D1" presStyleIdx="0" presStyleCnt="0"/>
      <dgm:spPr/>
    </dgm:pt>
    <dgm:pt modelId="{5E0883AF-AB8A-448F-BFB4-BA9EBBCDBE4C}" type="pres">
      <dgm:prSet presAssocID="{66CFAC3E-8BE1-40E3-B282-421D19A137AC}" presName="compNode" presStyleCnt="0"/>
      <dgm:spPr/>
    </dgm:pt>
    <dgm:pt modelId="{02A255EA-A1FA-42A6-AE75-28EFAA86EDC1}" type="pres">
      <dgm:prSet presAssocID="{66CFAC3E-8BE1-40E3-B282-421D19A137AC}" presName="pictRect" presStyleLbl="revTx" presStyleIdx="2" presStyleCnt="6">
        <dgm:presLayoutVars>
          <dgm:chMax val="0"/>
          <dgm:bulletEnabled/>
        </dgm:presLayoutVars>
      </dgm:prSet>
      <dgm:spPr/>
    </dgm:pt>
    <dgm:pt modelId="{46B651D4-CDA2-416F-8DE8-544560347B28}" type="pres">
      <dgm:prSet presAssocID="{66CFAC3E-8BE1-40E3-B282-421D19A137AC}" presName="textRect" presStyleLbl="revTx" presStyleIdx="3" presStyleCnt="6">
        <dgm:presLayoutVars>
          <dgm:bulletEnabled/>
        </dgm:presLayoutVars>
      </dgm:prSet>
      <dgm:spPr/>
    </dgm:pt>
    <dgm:pt modelId="{4B07F843-D70C-469F-A9AF-F3879D7658F1}" type="pres">
      <dgm:prSet presAssocID="{46586C5C-BA90-4614-A576-BA0600762EEF}" presName="sibTrans" presStyleLbl="sibTrans2D1" presStyleIdx="0" presStyleCnt="0"/>
      <dgm:spPr/>
    </dgm:pt>
    <dgm:pt modelId="{8792C1E9-653E-44BC-A6D1-D3B51C5D5C9D}" type="pres">
      <dgm:prSet presAssocID="{DD7D6DE0-0937-4F82-B135-D98BD1466F29}" presName="compNode" presStyleCnt="0"/>
      <dgm:spPr/>
    </dgm:pt>
    <dgm:pt modelId="{DC82CC8E-AA20-4C72-ABB5-319E0AD65E44}" type="pres">
      <dgm:prSet presAssocID="{DD7D6DE0-0937-4F82-B135-D98BD1466F29}" presName="pictRect" presStyleLbl="revTx" presStyleIdx="4" presStyleCnt="6">
        <dgm:presLayoutVars>
          <dgm:chMax val="0"/>
          <dgm:bulletEnabled/>
        </dgm:presLayoutVars>
      </dgm:prSet>
      <dgm:spPr/>
    </dgm:pt>
    <dgm:pt modelId="{BE4AE129-CFC4-4A7C-A4B1-BB1819A94366}" type="pres">
      <dgm:prSet presAssocID="{DD7D6DE0-0937-4F82-B135-D98BD1466F29}" presName="textRect" presStyleLbl="revTx" presStyleIdx="5" presStyleCnt="6">
        <dgm:presLayoutVars>
          <dgm:bulletEnabled/>
        </dgm:presLayoutVars>
      </dgm:prSet>
      <dgm:spPr/>
    </dgm:pt>
  </dgm:ptLst>
  <dgm:cxnLst>
    <dgm:cxn modelId="{99670507-07E7-46CA-A4F7-96AB164B5A36}" type="presOf" srcId="{B2891D3B-C2D8-491E-962B-D1DF95782DC1}" destId="{B52E40F4-2B44-4556-A4DC-FD8673CAED23}" srcOrd="0" destOrd="0" presId="urn:microsoft.com/office/officeart/2024/3/layout/hArchList1"/>
    <dgm:cxn modelId="{873E0816-469F-4910-A460-A921E9F65BD9}" type="presOf" srcId="{7D8868D6-4149-40A0-950A-F3D5F45DEBDA}" destId="{BE4AE129-CFC4-4A7C-A4B1-BB1819A94366}" srcOrd="0" destOrd="0" presId="urn:microsoft.com/office/officeart/2024/3/layout/hArchList1"/>
    <dgm:cxn modelId="{5349FD1C-B642-4BA3-B0D4-BF72E6B1FA56}" type="presOf" srcId="{DD7D6DE0-0937-4F82-B135-D98BD1466F29}" destId="{DC82CC8E-AA20-4C72-ABB5-319E0AD65E44}" srcOrd="0" destOrd="0" presId="urn:microsoft.com/office/officeart/2024/3/layout/hArchList1"/>
    <dgm:cxn modelId="{9410A227-1EC1-46D5-A0E8-634F58117370}" srcId="{C8A4F777-C62B-4C04-9A76-9E07396FF7E9}" destId="{B2891D3B-C2D8-491E-962B-D1DF95782DC1}" srcOrd="0" destOrd="0" parTransId="{5ECCD74F-1D5E-4B66-9769-5B1E6A5D6E04}" sibTransId="{4F583399-3D9C-48DA-9B14-E1FB22785EF0}"/>
    <dgm:cxn modelId="{2F903D36-F742-41B1-B811-928D33D31412}" srcId="{C8A4F777-C62B-4C04-9A76-9E07396FF7E9}" destId="{66CFAC3E-8BE1-40E3-B282-421D19A137AC}" srcOrd="1" destOrd="0" parTransId="{2635082C-B06E-4D80-B16F-D5D3A71BCB16}" sibTransId="{46586C5C-BA90-4614-A576-BA0600762EEF}"/>
    <dgm:cxn modelId="{F8F1B538-0F14-4EE5-A0CE-EC755F6CA095}" srcId="{B2891D3B-C2D8-491E-962B-D1DF95782DC1}" destId="{E4FEADCF-8DBA-4551-94E2-C38DA5D81EE9}" srcOrd="0" destOrd="0" parTransId="{238FAF89-F184-416A-85CE-4A23173A0E8A}" sibTransId="{F2C5C13B-ADAD-48F9-9931-2B0E8FDB55F8}"/>
    <dgm:cxn modelId="{B4AF4690-E721-470A-8243-0347A07BE215}" type="presOf" srcId="{2DB076E4-680B-464E-ABB9-62ED42DC9DC7}" destId="{46B651D4-CDA2-416F-8DE8-544560347B28}" srcOrd="0" destOrd="0" presId="urn:microsoft.com/office/officeart/2024/3/layout/hArchList1"/>
    <dgm:cxn modelId="{3535A7A5-7D04-4E01-AC5C-C484DBE413F9}" type="presOf" srcId="{46586C5C-BA90-4614-A576-BA0600762EEF}" destId="{4B07F843-D70C-469F-A9AF-F3879D7658F1}" srcOrd="0" destOrd="0" presId="urn:microsoft.com/office/officeart/2024/3/layout/hArchList1"/>
    <dgm:cxn modelId="{75CF77A9-2467-4608-A80A-DFBEC657321F}" srcId="{DD7D6DE0-0937-4F82-B135-D98BD1466F29}" destId="{7D8868D6-4149-40A0-950A-F3D5F45DEBDA}" srcOrd="0" destOrd="0" parTransId="{C8A5EB5E-BFC0-4FB5-AC7E-EB11C3B6B0CA}" sibTransId="{BEA62BEC-BBE2-480A-83CC-249EA6F6B5E2}"/>
    <dgm:cxn modelId="{EEC426AA-735A-4888-96F7-C3DB56B7458E}" srcId="{C8A4F777-C62B-4C04-9A76-9E07396FF7E9}" destId="{DD7D6DE0-0937-4F82-B135-D98BD1466F29}" srcOrd="2" destOrd="0" parTransId="{B4B993C5-F01E-448F-9029-3667CC8AB0CA}" sibTransId="{244E73FC-8E51-4312-8AE9-763BB2D2C9D2}"/>
    <dgm:cxn modelId="{DF0787B1-8BB9-43FE-83BF-92049F62F700}" srcId="{66CFAC3E-8BE1-40E3-B282-421D19A137AC}" destId="{2DB076E4-680B-464E-ABB9-62ED42DC9DC7}" srcOrd="0" destOrd="0" parTransId="{DC857EA8-1B4E-458A-9F0E-9325E4973120}" sibTransId="{9A980205-00CD-40EE-A5DD-16951BF6C7A5}"/>
    <dgm:cxn modelId="{E1420ECA-2EC2-4413-8786-37594CB5DC6A}" type="presOf" srcId="{E4FEADCF-8DBA-4551-94E2-C38DA5D81EE9}" destId="{91A9FE98-3EE2-4C51-9218-066A58B88B5C}" srcOrd="0" destOrd="0" presId="urn:microsoft.com/office/officeart/2024/3/layout/hArchList1"/>
    <dgm:cxn modelId="{C23F90CA-7B1D-4E39-9508-4851D6DB81A8}" type="presOf" srcId="{4F583399-3D9C-48DA-9B14-E1FB22785EF0}" destId="{D4A0B02B-00CB-4D11-ACDF-BE69926A2762}" srcOrd="0" destOrd="0" presId="urn:microsoft.com/office/officeart/2024/3/layout/hArchList1"/>
    <dgm:cxn modelId="{C13A58FF-0CB3-4D75-9636-4D0D8B7B4775}" type="presOf" srcId="{C8A4F777-C62B-4C04-9A76-9E07396FF7E9}" destId="{E55323E3-8D82-41D3-9233-8015D6227502}" srcOrd="0" destOrd="0" presId="urn:microsoft.com/office/officeart/2024/3/layout/hArchList1"/>
    <dgm:cxn modelId="{57D1D3FF-BE8F-4D33-A00E-95E2573F6636}" type="presOf" srcId="{66CFAC3E-8BE1-40E3-B282-421D19A137AC}" destId="{02A255EA-A1FA-42A6-AE75-28EFAA86EDC1}" srcOrd="0" destOrd="0" presId="urn:microsoft.com/office/officeart/2024/3/layout/hArchList1"/>
    <dgm:cxn modelId="{BC123482-9BE5-4F66-B860-D8D118D7DE61}" type="presParOf" srcId="{E55323E3-8D82-41D3-9233-8015D6227502}" destId="{C7262056-6E75-434A-9FF9-30DC4EC70ED9}" srcOrd="0" destOrd="0" presId="urn:microsoft.com/office/officeart/2024/3/layout/hArchList1"/>
    <dgm:cxn modelId="{3F3B0D2C-0E75-4290-BD91-C2F7CD2FA749}" type="presParOf" srcId="{C7262056-6E75-434A-9FF9-30DC4EC70ED9}" destId="{B52E40F4-2B44-4556-A4DC-FD8673CAED23}" srcOrd="0" destOrd="0" presId="urn:microsoft.com/office/officeart/2024/3/layout/hArchList1"/>
    <dgm:cxn modelId="{F383F209-4B50-4ACB-8268-F2E8D1D77437}" type="presParOf" srcId="{C7262056-6E75-434A-9FF9-30DC4EC70ED9}" destId="{91A9FE98-3EE2-4C51-9218-066A58B88B5C}" srcOrd="1" destOrd="0" presId="urn:microsoft.com/office/officeart/2024/3/layout/hArchList1"/>
    <dgm:cxn modelId="{FC6B9EC7-0EE5-44AC-B2BA-687A8BBCC7DA}" type="presParOf" srcId="{E55323E3-8D82-41D3-9233-8015D6227502}" destId="{D4A0B02B-00CB-4D11-ACDF-BE69926A2762}" srcOrd="1" destOrd="0" presId="urn:microsoft.com/office/officeart/2024/3/layout/hArchList1"/>
    <dgm:cxn modelId="{E19A1301-1667-4F49-B066-2F674694E38D}" type="presParOf" srcId="{E55323E3-8D82-41D3-9233-8015D6227502}" destId="{5E0883AF-AB8A-448F-BFB4-BA9EBBCDBE4C}" srcOrd="2" destOrd="0" presId="urn:microsoft.com/office/officeart/2024/3/layout/hArchList1"/>
    <dgm:cxn modelId="{47C4A873-9A09-4CB6-81AE-ED6687934277}" type="presParOf" srcId="{5E0883AF-AB8A-448F-BFB4-BA9EBBCDBE4C}" destId="{02A255EA-A1FA-42A6-AE75-28EFAA86EDC1}" srcOrd="0" destOrd="0" presId="urn:microsoft.com/office/officeart/2024/3/layout/hArchList1"/>
    <dgm:cxn modelId="{4412ACB7-1B7C-436B-856A-0CF96EE237F6}" type="presParOf" srcId="{5E0883AF-AB8A-448F-BFB4-BA9EBBCDBE4C}" destId="{46B651D4-CDA2-416F-8DE8-544560347B28}" srcOrd="1" destOrd="0" presId="urn:microsoft.com/office/officeart/2024/3/layout/hArchList1"/>
    <dgm:cxn modelId="{733B62F7-1CA0-443D-AA95-AF09D87C80A1}" type="presParOf" srcId="{E55323E3-8D82-41D3-9233-8015D6227502}" destId="{4B07F843-D70C-469F-A9AF-F3879D7658F1}" srcOrd="3" destOrd="0" presId="urn:microsoft.com/office/officeart/2024/3/layout/hArchList1"/>
    <dgm:cxn modelId="{E17E6EA9-64A1-437B-B85B-45C4D916A49A}" type="presParOf" srcId="{E55323E3-8D82-41D3-9233-8015D6227502}" destId="{8792C1E9-653E-44BC-A6D1-D3B51C5D5C9D}" srcOrd="4" destOrd="0" presId="urn:microsoft.com/office/officeart/2024/3/layout/hArchList1"/>
    <dgm:cxn modelId="{C91AB114-820A-400E-92CF-77420919E0A9}" type="presParOf" srcId="{8792C1E9-653E-44BC-A6D1-D3B51C5D5C9D}" destId="{DC82CC8E-AA20-4C72-ABB5-319E0AD65E44}" srcOrd="0" destOrd="0" presId="urn:microsoft.com/office/officeart/2024/3/layout/hArchList1"/>
    <dgm:cxn modelId="{D5E566DC-DDD9-417E-B820-CB1A1243BC15}" type="presParOf" srcId="{8792C1E9-653E-44BC-A6D1-D3B51C5D5C9D}" destId="{BE4AE129-CFC4-4A7C-A4B1-BB1819A94366}"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4371A708-0381-4182-9F8B-004D3119395B}"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9E20E10D-066E-4A39-A81E-C0A18ED61B33}">
      <dgm:prSet/>
      <dgm:spPr/>
      <dgm:t>
        <a:bodyPr/>
        <a:lstStyle/>
        <a:p>
          <a:pPr>
            <a:lnSpc>
              <a:spcPct val="100000"/>
            </a:lnSpc>
            <a:defRPr b="1"/>
          </a:pPr>
          <a:r>
            <a:rPr lang="en-US"/>
            <a:t>Low Impact of WiFi and Ambiance</a:t>
          </a:r>
        </a:p>
      </dgm:t>
    </dgm:pt>
    <dgm:pt modelId="{DD7EE500-29E7-4005-ACC0-9822C16B2571}" type="parTrans" cxnId="{EC235023-F396-4EA0-BB8A-E5BAC8437C7E}">
      <dgm:prSet/>
      <dgm:spPr/>
      <dgm:t>
        <a:bodyPr/>
        <a:lstStyle/>
        <a:p>
          <a:endParaRPr lang="en-US"/>
        </a:p>
      </dgm:t>
    </dgm:pt>
    <dgm:pt modelId="{840D7E41-8A8C-4B9F-BFC8-89D79347466B}" type="sibTrans" cxnId="{EC235023-F396-4EA0-BB8A-E5BAC8437C7E}">
      <dgm:prSet/>
      <dgm:spPr/>
      <dgm:t>
        <a:bodyPr/>
        <a:lstStyle/>
        <a:p>
          <a:pPr>
            <a:lnSpc>
              <a:spcPct val="100000"/>
            </a:lnSpc>
            <a:defRPr b="1"/>
          </a:pPr>
          <a:endParaRPr lang="en-US"/>
        </a:p>
      </dgm:t>
    </dgm:pt>
    <dgm:pt modelId="{69B92B12-A53B-4A18-8720-9FC7B9BCBC72}">
      <dgm:prSet/>
      <dgm:spPr/>
      <dgm:t>
        <a:bodyPr/>
        <a:lstStyle/>
        <a:p>
          <a:pPr>
            <a:lnSpc>
              <a:spcPct val="100000"/>
            </a:lnSpc>
          </a:pPr>
          <a:r>
            <a:rPr lang="en-US"/>
            <a:t>WiFi availability and ambiance are appreciated but have lower impact on overall customer satisfaction.</a:t>
          </a:r>
        </a:p>
      </dgm:t>
    </dgm:pt>
    <dgm:pt modelId="{D167D05E-59E9-4CDE-9A09-D27972EDEE57}" type="parTrans" cxnId="{166B874B-38E5-478A-AA3E-BE60E7762F5C}">
      <dgm:prSet/>
      <dgm:spPr/>
      <dgm:t>
        <a:bodyPr/>
        <a:lstStyle/>
        <a:p>
          <a:endParaRPr lang="en-US"/>
        </a:p>
      </dgm:t>
    </dgm:pt>
    <dgm:pt modelId="{02F4B12B-601D-4D6D-B894-C96FABA7EC64}" type="sibTrans" cxnId="{166B874B-38E5-478A-AA3E-BE60E7762F5C}">
      <dgm:prSet/>
      <dgm:spPr/>
      <dgm:t>
        <a:bodyPr/>
        <a:lstStyle/>
        <a:p>
          <a:endParaRPr lang="en-US"/>
        </a:p>
      </dgm:t>
    </dgm:pt>
    <dgm:pt modelId="{07670D07-BBBB-4A0C-9C4F-0592F7505C44}">
      <dgm:prSet/>
      <dgm:spPr/>
      <dgm:t>
        <a:bodyPr/>
        <a:lstStyle/>
        <a:p>
          <a:pPr>
            <a:lnSpc>
              <a:spcPct val="100000"/>
            </a:lnSpc>
            <a:defRPr b="1"/>
          </a:pPr>
          <a:r>
            <a:rPr lang="en-US"/>
            <a:t>Slow Service Issue</a:t>
          </a:r>
        </a:p>
      </dgm:t>
    </dgm:pt>
    <dgm:pt modelId="{BAB30FA8-7978-44B0-A16E-3CDC493FF159}" type="parTrans" cxnId="{57599483-597E-4F12-A0C9-55AC85114E1E}">
      <dgm:prSet/>
      <dgm:spPr/>
      <dgm:t>
        <a:bodyPr/>
        <a:lstStyle/>
        <a:p>
          <a:endParaRPr lang="en-US"/>
        </a:p>
      </dgm:t>
    </dgm:pt>
    <dgm:pt modelId="{65144A99-0B67-4F26-9AAB-1D01D56B3B9C}" type="sibTrans" cxnId="{57599483-597E-4F12-A0C9-55AC85114E1E}">
      <dgm:prSet/>
      <dgm:spPr/>
      <dgm:t>
        <a:bodyPr/>
        <a:lstStyle/>
        <a:p>
          <a:pPr>
            <a:lnSpc>
              <a:spcPct val="100000"/>
            </a:lnSpc>
            <a:defRPr b="1"/>
          </a:pPr>
          <a:endParaRPr lang="en-US"/>
        </a:p>
      </dgm:t>
    </dgm:pt>
    <dgm:pt modelId="{F24A1309-E04F-469E-8DA7-89E0351EC9D6}">
      <dgm:prSet/>
      <dgm:spPr/>
      <dgm:t>
        <a:bodyPr/>
        <a:lstStyle/>
        <a:p>
          <a:pPr>
            <a:lnSpc>
              <a:spcPct val="100000"/>
            </a:lnSpc>
          </a:pPr>
          <a:r>
            <a:rPr lang="en-US"/>
            <a:t>Slow service significantly lowers customer satisfaction and cannot be offset by good WiFi or ambiance.</a:t>
          </a:r>
        </a:p>
      </dgm:t>
    </dgm:pt>
    <dgm:pt modelId="{05E4B382-E7ED-40A4-9E91-8C23F6AAD2EC}" type="parTrans" cxnId="{C4796A5A-AA43-4679-A576-E6CD422DBDA2}">
      <dgm:prSet/>
      <dgm:spPr/>
      <dgm:t>
        <a:bodyPr/>
        <a:lstStyle/>
        <a:p>
          <a:endParaRPr lang="en-US"/>
        </a:p>
      </dgm:t>
    </dgm:pt>
    <dgm:pt modelId="{8FFB5432-70A6-498F-9960-9FDBF1A1B269}" type="sibTrans" cxnId="{C4796A5A-AA43-4679-A576-E6CD422DBDA2}">
      <dgm:prSet/>
      <dgm:spPr/>
      <dgm:t>
        <a:bodyPr/>
        <a:lstStyle/>
        <a:p>
          <a:endParaRPr lang="en-US"/>
        </a:p>
      </dgm:t>
    </dgm:pt>
    <dgm:pt modelId="{8CB0BC96-1D20-4661-9980-029CD4395997}">
      <dgm:prSet/>
      <dgm:spPr/>
      <dgm:t>
        <a:bodyPr/>
        <a:lstStyle/>
        <a:p>
          <a:pPr>
            <a:lnSpc>
              <a:spcPct val="100000"/>
            </a:lnSpc>
            <a:defRPr b="1"/>
          </a:pPr>
          <a:r>
            <a:rPr lang="en-US"/>
            <a:t>Resource Optimization</a:t>
          </a:r>
        </a:p>
      </dgm:t>
    </dgm:pt>
    <dgm:pt modelId="{0A6A17E4-AC95-408D-906E-9E042AB14781}" type="parTrans" cxnId="{68FF8BC3-8FDC-4C67-A10D-EB9429BFCB6C}">
      <dgm:prSet/>
      <dgm:spPr/>
      <dgm:t>
        <a:bodyPr/>
        <a:lstStyle/>
        <a:p>
          <a:endParaRPr lang="en-US"/>
        </a:p>
      </dgm:t>
    </dgm:pt>
    <dgm:pt modelId="{09E7DF2A-BEBE-4150-94CE-91F873260DBB}" type="sibTrans" cxnId="{68FF8BC3-8FDC-4C67-A10D-EB9429BFCB6C}">
      <dgm:prSet/>
      <dgm:spPr/>
      <dgm:t>
        <a:bodyPr/>
        <a:lstStyle/>
        <a:p>
          <a:endParaRPr lang="en-US"/>
        </a:p>
      </dgm:t>
    </dgm:pt>
    <dgm:pt modelId="{418724F4-69F2-4D87-A3A7-075D3D236D8E}">
      <dgm:prSet/>
      <dgm:spPr/>
      <dgm:t>
        <a:bodyPr/>
        <a:lstStyle/>
        <a:p>
          <a:pPr>
            <a:lnSpc>
              <a:spcPct val="100000"/>
            </a:lnSpc>
          </a:pPr>
          <a:r>
            <a:rPr lang="en-US"/>
            <a:t>Identifying over-investment areas helps reallocate resources to improvements with higher customer impact.</a:t>
          </a:r>
        </a:p>
      </dgm:t>
    </dgm:pt>
    <dgm:pt modelId="{91098651-83B3-4422-B736-5FCC7950B4E9}" type="parTrans" cxnId="{557FC728-7ACB-4717-BB29-076E1434D632}">
      <dgm:prSet/>
      <dgm:spPr/>
      <dgm:t>
        <a:bodyPr/>
        <a:lstStyle/>
        <a:p>
          <a:endParaRPr lang="en-US"/>
        </a:p>
      </dgm:t>
    </dgm:pt>
    <dgm:pt modelId="{53D2A239-A698-44EB-8623-EC84F3714C15}" type="sibTrans" cxnId="{557FC728-7ACB-4717-BB29-076E1434D632}">
      <dgm:prSet/>
      <dgm:spPr/>
      <dgm:t>
        <a:bodyPr/>
        <a:lstStyle/>
        <a:p>
          <a:endParaRPr lang="en-US"/>
        </a:p>
      </dgm:t>
    </dgm:pt>
    <dgm:pt modelId="{BC8BC789-3893-4263-A44F-6F54E12A701B}" type="pres">
      <dgm:prSet presAssocID="{4371A708-0381-4182-9F8B-004D3119395B}" presName="Name0" presStyleCnt="0">
        <dgm:presLayoutVars>
          <dgm:dir/>
          <dgm:resizeHandles val="exact"/>
        </dgm:presLayoutVars>
      </dgm:prSet>
      <dgm:spPr/>
    </dgm:pt>
    <dgm:pt modelId="{028A5E90-ABE8-417F-9931-DC4FDB3B0864}" type="pres">
      <dgm:prSet presAssocID="{9E20E10D-066E-4A39-A81E-C0A18ED61B33}" presName="compNode" presStyleCnt="0"/>
      <dgm:spPr/>
    </dgm:pt>
    <dgm:pt modelId="{AC6C887C-F3D9-4F60-9F93-B3FE0425E635}" type="pres">
      <dgm:prSet presAssocID="{9E20E10D-066E-4A39-A81E-C0A18ED61B33}" presName="pictRect" presStyleLbl="revTx" presStyleIdx="0" presStyleCnt="6">
        <dgm:presLayoutVars>
          <dgm:chMax val="0"/>
          <dgm:bulletEnabled/>
        </dgm:presLayoutVars>
      </dgm:prSet>
      <dgm:spPr/>
    </dgm:pt>
    <dgm:pt modelId="{7522C3C3-E801-4E32-81C6-510D2E5EC864}" type="pres">
      <dgm:prSet presAssocID="{9E20E10D-066E-4A39-A81E-C0A18ED61B33}" presName="textRect" presStyleLbl="revTx" presStyleIdx="1" presStyleCnt="6">
        <dgm:presLayoutVars>
          <dgm:bulletEnabled/>
        </dgm:presLayoutVars>
      </dgm:prSet>
      <dgm:spPr/>
    </dgm:pt>
    <dgm:pt modelId="{8E29405B-B0B3-41DB-B75F-8E38939DA750}" type="pres">
      <dgm:prSet presAssocID="{840D7E41-8A8C-4B9F-BFC8-89D79347466B}" presName="sibTrans" presStyleLbl="sibTrans2D1" presStyleIdx="0" presStyleCnt="0"/>
      <dgm:spPr/>
    </dgm:pt>
    <dgm:pt modelId="{1C78464F-8032-46A8-8D37-8FD94112F99F}" type="pres">
      <dgm:prSet presAssocID="{07670D07-BBBB-4A0C-9C4F-0592F7505C44}" presName="compNode" presStyleCnt="0"/>
      <dgm:spPr/>
    </dgm:pt>
    <dgm:pt modelId="{6061E136-9BC0-4308-93FE-2DBC4F1E5A93}" type="pres">
      <dgm:prSet presAssocID="{07670D07-BBBB-4A0C-9C4F-0592F7505C44}" presName="pictRect" presStyleLbl="revTx" presStyleIdx="2" presStyleCnt="6">
        <dgm:presLayoutVars>
          <dgm:chMax val="0"/>
          <dgm:bulletEnabled/>
        </dgm:presLayoutVars>
      </dgm:prSet>
      <dgm:spPr/>
    </dgm:pt>
    <dgm:pt modelId="{E7E1F919-2529-4AAA-B3F9-311EC334946E}" type="pres">
      <dgm:prSet presAssocID="{07670D07-BBBB-4A0C-9C4F-0592F7505C44}" presName="textRect" presStyleLbl="revTx" presStyleIdx="3" presStyleCnt="6">
        <dgm:presLayoutVars>
          <dgm:bulletEnabled/>
        </dgm:presLayoutVars>
      </dgm:prSet>
      <dgm:spPr/>
    </dgm:pt>
    <dgm:pt modelId="{BCDC89A4-BA6F-4D02-BDFC-1DDB9A4A2862}" type="pres">
      <dgm:prSet presAssocID="{65144A99-0B67-4F26-9AAB-1D01D56B3B9C}" presName="sibTrans" presStyleLbl="sibTrans2D1" presStyleIdx="0" presStyleCnt="0"/>
      <dgm:spPr/>
    </dgm:pt>
    <dgm:pt modelId="{499FCE69-4283-4BAF-8033-FDF6D3CD90F1}" type="pres">
      <dgm:prSet presAssocID="{8CB0BC96-1D20-4661-9980-029CD4395997}" presName="compNode" presStyleCnt="0"/>
      <dgm:spPr/>
    </dgm:pt>
    <dgm:pt modelId="{1224ACBE-A04B-4515-9135-0ACC8114D524}" type="pres">
      <dgm:prSet presAssocID="{8CB0BC96-1D20-4661-9980-029CD4395997}" presName="pictRect" presStyleLbl="revTx" presStyleIdx="4" presStyleCnt="6">
        <dgm:presLayoutVars>
          <dgm:chMax val="0"/>
          <dgm:bulletEnabled/>
        </dgm:presLayoutVars>
      </dgm:prSet>
      <dgm:spPr/>
    </dgm:pt>
    <dgm:pt modelId="{FF7E629B-1F40-455A-A6F7-781113E63754}" type="pres">
      <dgm:prSet presAssocID="{8CB0BC96-1D20-4661-9980-029CD4395997}" presName="textRect" presStyleLbl="revTx" presStyleIdx="5" presStyleCnt="6">
        <dgm:presLayoutVars>
          <dgm:bulletEnabled/>
        </dgm:presLayoutVars>
      </dgm:prSet>
      <dgm:spPr/>
    </dgm:pt>
  </dgm:ptLst>
  <dgm:cxnLst>
    <dgm:cxn modelId="{9E988702-6977-401C-ADE6-02DE4147C534}" type="presOf" srcId="{8CB0BC96-1D20-4661-9980-029CD4395997}" destId="{1224ACBE-A04B-4515-9135-0ACC8114D524}" srcOrd="0" destOrd="0" presId="urn:microsoft.com/office/officeart/2024/3/layout/hArchList1"/>
    <dgm:cxn modelId="{EC235023-F396-4EA0-BB8A-E5BAC8437C7E}" srcId="{4371A708-0381-4182-9F8B-004D3119395B}" destId="{9E20E10D-066E-4A39-A81E-C0A18ED61B33}" srcOrd="0" destOrd="0" parTransId="{DD7EE500-29E7-4005-ACC0-9822C16B2571}" sibTransId="{840D7E41-8A8C-4B9F-BFC8-89D79347466B}"/>
    <dgm:cxn modelId="{557FC728-7ACB-4717-BB29-076E1434D632}" srcId="{8CB0BC96-1D20-4661-9980-029CD4395997}" destId="{418724F4-69F2-4D87-A3A7-075D3D236D8E}" srcOrd="0" destOrd="0" parTransId="{91098651-83B3-4422-B736-5FCC7950B4E9}" sibTransId="{53D2A239-A698-44EB-8623-EC84F3714C15}"/>
    <dgm:cxn modelId="{810DEF2B-6469-497E-B8EA-D4507DC77259}" type="presOf" srcId="{69B92B12-A53B-4A18-8720-9FC7B9BCBC72}" destId="{7522C3C3-E801-4E32-81C6-510D2E5EC864}" srcOrd="0" destOrd="0" presId="urn:microsoft.com/office/officeart/2024/3/layout/hArchList1"/>
    <dgm:cxn modelId="{1CD7D033-4BAA-44CD-A051-5C0DA57AFB6E}" type="presOf" srcId="{9E20E10D-066E-4A39-A81E-C0A18ED61B33}" destId="{AC6C887C-F3D9-4F60-9F93-B3FE0425E635}" srcOrd="0" destOrd="0" presId="urn:microsoft.com/office/officeart/2024/3/layout/hArchList1"/>
    <dgm:cxn modelId="{C9F97062-02F1-4C39-8229-824E923253D1}" type="presOf" srcId="{4371A708-0381-4182-9F8B-004D3119395B}" destId="{BC8BC789-3893-4263-A44F-6F54E12A701B}" srcOrd="0" destOrd="0" presId="urn:microsoft.com/office/officeart/2024/3/layout/hArchList1"/>
    <dgm:cxn modelId="{166B874B-38E5-478A-AA3E-BE60E7762F5C}" srcId="{9E20E10D-066E-4A39-A81E-C0A18ED61B33}" destId="{69B92B12-A53B-4A18-8720-9FC7B9BCBC72}" srcOrd="0" destOrd="0" parTransId="{D167D05E-59E9-4CDE-9A09-D27972EDEE57}" sibTransId="{02F4B12B-601D-4D6D-B894-C96FABA7EC64}"/>
    <dgm:cxn modelId="{BF238C6F-BDFA-445C-A0B3-4131EB1788DD}" type="presOf" srcId="{07670D07-BBBB-4A0C-9C4F-0592F7505C44}" destId="{6061E136-9BC0-4308-93FE-2DBC4F1E5A93}" srcOrd="0" destOrd="0" presId="urn:microsoft.com/office/officeart/2024/3/layout/hArchList1"/>
    <dgm:cxn modelId="{47F43D70-1D6F-4235-B324-17FEABFABB25}" type="presOf" srcId="{840D7E41-8A8C-4B9F-BFC8-89D79347466B}" destId="{8E29405B-B0B3-41DB-B75F-8E38939DA750}" srcOrd="0" destOrd="0" presId="urn:microsoft.com/office/officeart/2024/3/layout/hArchList1"/>
    <dgm:cxn modelId="{C4796A5A-AA43-4679-A576-E6CD422DBDA2}" srcId="{07670D07-BBBB-4A0C-9C4F-0592F7505C44}" destId="{F24A1309-E04F-469E-8DA7-89E0351EC9D6}" srcOrd="0" destOrd="0" parTransId="{05E4B382-E7ED-40A4-9E91-8C23F6AAD2EC}" sibTransId="{8FFB5432-70A6-498F-9960-9FDBF1A1B269}"/>
    <dgm:cxn modelId="{57599483-597E-4F12-A0C9-55AC85114E1E}" srcId="{4371A708-0381-4182-9F8B-004D3119395B}" destId="{07670D07-BBBB-4A0C-9C4F-0592F7505C44}" srcOrd="1" destOrd="0" parTransId="{BAB30FA8-7978-44B0-A16E-3CDC493FF159}" sibTransId="{65144A99-0B67-4F26-9AAB-1D01D56B3B9C}"/>
    <dgm:cxn modelId="{68FF8BC3-8FDC-4C67-A10D-EB9429BFCB6C}" srcId="{4371A708-0381-4182-9F8B-004D3119395B}" destId="{8CB0BC96-1D20-4661-9980-029CD4395997}" srcOrd="2" destOrd="0" parTransId="{0A6A17E4-AC95-408D-906E-9E042AB14781}" sibTransId="{09E7DF2A-BEBE-4150-94CE-91F873260DBB}"/>
    <dgm:cxn modelId="{1856E9CC-FE04-49BF-AC49-C601C8147873}" type="presOf" srcId="{418724F4-69F2-4D87-A3A7-075D3D236D8E}" destId="{FF7E629B-1F40-455A-A6F7-781113E63754}" srcOrd="0" destOrd="0" presId="urn:microsoft.com/office/officeart/2024/3/layout/hArchList1"/>
    <dgm:cxn modelId="{CFEBBCEC-256F-450E-B3DB-08FB8A7C2AC8}" type="presOf" srcId="{65144A99-0B67-4F26-9AAB-1D01D56B3B9C}" destId="{BCDC89A4-BA6F-4D02-BDFC-1DDB9A4A2862}" srcOrd="0" destOrd="0" presId="urn:microsoft.com/office/officeart/2024/3/layout/hArchList1"/>
    <dgm:cxn modelId="{05B409F3-9B31-40B9-BE94-CA2A9BC27E6F}" type="presOf" srcId="{F24A1309-E04F-469E-8DA7-89E0351EC9D6}" destId="{E7E1F919-2529-4AAA-B3F9-311EC334946E}" srcOrd="0" destOrd="0" presId="urn:microsoft.com/office/officeart/2024/3/layout/hArchList1"/>
    <dgm:cxn modelId="{87D22856-6DE7-4BE1-94F1-1C0CA568BCA3}" type="presParOf" srcId="{BC8BC789-3893-4263-A44F-6F54E12A701B}" destId="{028A5E90-ABE8-417F-9931-DC4FDB3B0864}" srcOrd="0" destOrd="0" presId="urn:microsoft.com/office/officeart/2024/3/layout/hArchList1"/>
    <dgm:cxn modelId="{5E80DE68-09DD-4E96-BAE7-99DF72C0AFE7}" type="presParOf" srcId="{028A5E90-ABE8-417F-9931-DC4FDB3B0864}" destId="{AC6C887C-F3D9-4F60-9F93-B3FE0425E635}" srcOrd="0" destOrd="0" presId="urn:microsoft.com/office/officeart/2024/3/layout/hArchList1"/>
    <dgm:cxn modelId="{386D6C3F-0484-4433-A844-EDACFE4D7293}" type="presParOf" srcId="{028A5E90-ABE8-417F-9931-DC4FDB3B0864}" destId="{7522C3C3-E801-4E32-81C6-510D2E5EC864}" srcOrd="1" destOrd="0" presId="urn:microsoft.com/office/officeart/2024/3/layout/hArchList1"/>
    <dgm:cxn modelId="{1B32FF6C-AACA-4A53-86B3-53FC3C04DE2D}" type="presParOf" srcId="{BC8BC789-3893-4263-A44F-6F54E12A701B}" destId="{8E29405B-B0B3-41DB-B75F-8E38939DA750}" srcOrd="1" destOrd="0" presId="urn:microsoft.com/office/officeart/2024/3/layout/hArchList1"/>
    <dgm:cxn modelId="{4868320E-0A9E-4FF7-82CB-827AFDAC2AB5}" type="presParOf" srcId="{BC8BC789-3893-4263-A44F-6F54E12A701B}" destId="{1C78464F-8032-46A8-8D37-8FD94112F99F}" srcOrd="2" destOrd="0" presId="urn:microsoft.com/office/officeart/2024/3/layout/hArchList1"/>
    <dgm:cxn modelId="{8836E32B-2C9F-49A5-B52E-3471CCE7A03A}" type="presParOf" srcId="{1C78464F-8032-46A8-8D37-8FD94112F99F}" destId="{6061E136-9BC0-4308-93FE-2DBC4F1E5A93}" srcOrd="0" destOrd="0" presId="urn:microsoft.com/office/officeart/2024/3/layout/hArchList1"/>
    <dgm:cxn modelId="{418C921D-63C0-45F4-AD43-9981F525DAC0}" type="presParOf" srcId="{1C78464F-8032-46A8-8D37-8FD94112F99F}" destId="{E7E1F919-2529-4AAA-B3F9-311EC334946E}" srcOrd="1" destOrd="0" presId="urn:microsoft.com/office/officeart/2024/3/layout/hArchList1"/>
    <dgm:cxn modelId="{DAC3839A-0A9F-47DA-8F34-1CE2CBA438BD}" type="presParOf" srcId="{BC8BC789-3893-4263-A44F-6F54E12A701B}" destId="{BCDC89A4-BA6F-4D02-BDFC-1DDB9A4A2862}" srcOrd="3" destOrd="0" presId="urn:microsoft.com/office/officeart/2024/3/layout/hArchList1"/>
    <dgm:cxn modelId="{246C7587-D37B-4015-BA16-73192E105D1E}" type="presParOf" srcId="{BC8BC789-3893-4263-A44F-6F54E12A701B}" destId="{499FCE69-4283-4BAF-8033-FDF6D3CD90F1}" srcOrd="4" destOrd="0" presId="urn:microsoft.com/office/officeart/2024/3/layout/hArchList1"/>
    <dgm:cxn modelId="{3E4165B2-F764-41F0-9358-E953AA170012}" type="presParOf" srcId="{499FCE69-4283-4BAF-8033-FDF6D3CD90F1}" destId="{1224ACBE-A04B-4515-9135-0ACC8114D524}" srcOrd="0" destOrd="0" presId="urn:microsoft.com/office/officeart/2024/3/layout/hArchList1"/>
    <dgm:cxn modelId="{A74D6CEA-6CB3-407B-874A-F0BC3AAF932A}" type="presParOf" srcId="{499FCE69-4283-4BAF-8033-FDF6D3CD90F1}" destId="{FF7E629B-1F40-455A-A6F7-781113E63754}"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4016CB94-C4A4-43A8-BE43-A9C8E2DC8385}"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3461B510-3CAA-428D-A394-786C39F0FF9D}">
      <dgm:prSet/>
      <dgm:spPr/>
      <dgm:t>
        <a:bodyPr/>
        <a:lstStyle/>
        <a:p>
          <a:pPr>
            <a:lnSpc>
              <a:spcPct val="100000"/>
            </a:lnSpc>
            <a:defRPr b="1"/>
          </a:pPr>
          <a:r>
            <a:rPr lang="en-US"/>
            <a:t>Prioritize Speed Improvements</a:t>
          </a:r>
        </a:p>
      </dgm:t>
    </dgm:pt>
    <dgm:pt modelId="{11F6B432-C1D0-4555-8182-1E2DC77359A7}" type="parTrans" cxnId="{55345784-7FBE-4175-8C41-94C05C0C5F79}">
      <dgm:prSet/>
      <dgm:spPr/>
      <dgm:t>
        <a:bodyPr/>
        <a:lstStyle/>
        <a:p>
          <a:endParaRPr lang="en-US"/>
        </a:p>
      </dgm:t>
    </dgm:pt>
    <dgm:pt modelId="{9732A79F-3E1E-41E0-8BAB-3F9E7974BDF9}" type="sibTrans" cxnId="{55345784-7FBE-4175-8C41-94C05C0C5F79}">
      <dgm:prSet/>
      <dgm:spPr/>
      <dgm:t>
        <a:bodyPr/>
        <a:lstStyle/>
        <a:p>
          <a:pPr>
            <a:lnSpc>
              <a:spcPct val="100000"/>
            </a:lnSpc>
            <a:defRPr b="1"/>
          </a:pPr>
          <a:endParaRPr lang="en-US"/>
        </a:p>
      </dgm:t>
    </dgm:pt>
    <dgm:pt modelId="{23441DAA-6AC9-454D-84A8-B0E4D48DE0A9}">
      <dgm:prSet/>
      <dgm:spPr/>
      <dgm:t>
        <a:bodyPr/>
        <a:lstStyle/>
        <a:p>
          <a:pPr>
            <a:lnSpc>
              <a:spcPct val="100000"/>
            </a:lnSpc>
          </a:pPr>
          <a:r>
            <a:rPr lang="en-US"/>
            <a:t>Focusing on direct service speed improvements addresses the most critical quality gap effectively.</a:t>
          </a:r>
        </a:p>
      </dgm:t>
    </dgm:pt>
    <dgm:pt modelId="{F59C45E2-B4B8-4C82-AF9E-3F97EB72A188}" type="parTrans" cxnId="{51C9890C-2E96-43CB-AD0C-4512805CADCB}">
      <dgm:prSet/>
      <dgm:spPr/>
      <dgm:t>
        <a:bodyPr/>
        <a:lstStyle/>
        <a:p>
          <a:endParaRPr lang="en-US"/>
        </a:p>
      </dgm:t>
    </dgm:pt>
    <dgm:pt modelId="{82BA4346-72B5-43AD-8CDE-4305FDDB1386}" type="sibTrans" cxnId="{51C9890C-2E96-43CB-AD0C-4512805CADCB}">
      <dgm:prSet/>
      <dgm:spPr/>
      <dgm:t>
        <a:bodyPr/>
        <a:lstStyle/>
        <a:p>
          <a:endParaRPr lang="en-US"/>
        </a:p>
      </dgm:t>
    </dgm:pt>
    <dgm:pt modelId="{3013B75C-B399-4D5A-8A1A-CAF6E99F07D4}">
      <dgm:prSet/>
      <dgm:spPr/>
      <dgm:t>
        <a:bodyPr/>
        <a:lstStyle/>
        <a:p>
          <a:pPr>
            <a:lnSpc>
              <a:spcPct val="100000"/>
            </a:lnSpc>
            <a:defRPr b="1"/>
          </a:pPr>
          <a:r>
            <a:rPr lang="en-US"/>
            <a:t>Align Customer Expectations</a:t>
          </a:r>
        </a:p>
      </dgm:t>
    </dgm:pt>
    <dgm:pt modelId="{9992E91E-C333-4E72-8FCF-F5508B26E463}" type="parTrans" cxnId="{7291EEFF-8541-4EF2-B093-97642A95BCDB}">
      <dgm:prSet/>
      <dgm:spPr/>
      <dgm:t>
        <a:bodyPr/>
        <a:lstStyle/>
        <a:p>
          <a:endParaRPr lang="en-US"/>
        </a:p>
      </dgm:t>
    </dgm:pt>
    <dgm:pt modelId="{3EFDFFC8-02CE-435F-9F55-BD06E8A29C4A}" type="sibTrans" cxnId="{7291EEFF-8541-4EF2-B093-97642A95BCDB}">
      <dgm:prSet/>
      <dgm:spPr/>
      <dgm:t>
        <a:bodyPr/>
        <a:lstStyle/>
        <a:p>
          <a:pPr>
            <a:lnSpc>
              <a:spcPct val="100000"/>
            </a:lnSpc>
            <a:defRPr b="1"/>
          </a:pPr>
          <a:endParaRPr lang="en-US"/>
        </a:p>
      </dgm:t>
    </dgm:pt>
    <dgm:pt modelId="{E0FDA0EA-FDC0-4541-8D2B-415CD751EE75}">
      <dgm:prSet/>
      <dgm:spPr/>
      <dgm:t>
        <a:bodyPr/>
        <a:lstStyle/>
        <a:p>
          <a:pPr>
            <a:lnSpc>
              <a:spcPct val="100000"/>
            </a:lnSpc>
          </a:pPr>
          <a:r>
            <a:rPr lang="en-US"/>
            <a:t>Improving speed brings operational performance closer to customer expectations, enhancing satisfaction.</a:t>
          </a:r>
        </a:p>
      </dgm:t>
    </dgm:pt>
    <dgm:pt modelId="{88C7B2D9-0F93-4DB5-9714-FF8D23A6D780}" type="parTrans" cxnId="{048F180D-703F-48A8-9389-DDA7F9445A3B}">
      <dgm:prSet/>
      <dgm:spPr/>
      <dgm:t>
        <a:bodyPr/>
        <a:lstStyle/>
        <a:p>
          <a:endParaRPr lang="en-US"/>
        </a:p>
      </dgm:t>
    </dgm:pt>
    <dgm:pt modelId="{D724E19C-64B4-4EA8-95AD-37FFFBA6CFF6}" type="sibTrans" cxnId="{048F180D-703F-48A8-9389-DDA7F9445A3B}">
      <dgm:prSet/>
      <dgm:spPr/>
      <dgm:t>
        <a:bodyPr/>
        <a:lstStyle/>
        <a:p>
          <a:endParaRPr lang="en-US"/>
        </a:p>
      </dgm:t>
    </dgm:pt>
    <dgm:pt modelId="{AB4A5AAE-334A-4995-99D4-BD8E0C1ED27C}">
      <dgm:prSet/>
      <dgm:spPr/>
      <dgm:t>
        <a:bodyPr/>
        <a:lstStyle/>
        <a:p>
          <a:pPr>
            <a:lnSpc>
              <a:spcPct val="100000"/>
            </a:lnSpc>
            <a:defRPr b="1"/>
          </a:pPr>
          <a:r>
            <a:rPr lang="en-US"/>
            <a:t>Efficient Resource Deployment</a:t>
          </a:r>
        </a:p>
      </dgm:t>
    </dgm:pt>
    <dgm:pt modelId="{A514C61F-880E-4F6E-B68F-7DFB3AFEE4C4}" type="parTrans" cxnId="{C539F951-F07B-44AA-85E0-1BEC1077C59C}">
      <dgm:prSet/>
      <dgm:spPr/>
      <dgm:t>
        <a:bodyPr/>
        <a:lstStyle/>
        <a:p>
          <a:endParaRPr lang="en-US"/>
        </a:p>
      </dgm:t>
    </dgm:pt>
    <dgm:pt modelId="{5F9D926A-1EA0-4666-A90A-81F0C0903FE2}" type="sibTrans" cxnId="{C539F951-F07B-44AA-85E0-1BEC1077C59C}">
      <dgm:prSet/>
      <dgm:spPr/>
      <dgm:t>
        <a:bodyPr/>
        <a:lstStyle/>
        <a:p>
          <a:endParaRPr lang="en-US"/>
        </a:p>
      </dgm:t>
    </dgm:pt>
    <dgm:pt modelId="{6990A28C-D082-434F-B616-F47A5478D8DC}">
      <dgm:prSet/>
      <dgm:spPr/>
      <dgm:t>
        <a:bodyPr/>
        <a:lstStyle/>
        <a:p>
          <a:pPr>
            <a:lnSpc>
              <a:spcPct val="100000"/>
            </a:lnSpc>
          </a:pPr>
          <a:r>
            <a:rPr lang="en-US"/>
            <a:t>Concentrating resources on one high-impact area maximizes effectiveness and avoids dilution of efforts.</a:t>
          </a:r>
        </a:p>
      </dgm:t>
    </dgm:pt>
    <dgm:pt modelId="{B9CD47C2-BB53-4444-AB08-FDD6820E9B1C}" type="parTrans" cxnId="{CC5AFB42-5262-4733-974C-FB43A3DBD6C9}">
      <dgm:prSet/>
      <dgm:spPr/>
      <dgm:t>
        <a:bodyPr/>
        <a:lstStyle/>
        <a:p>
          <a:endParaRPr lang="en-US"/>
        </a:p>
      </dgm:t>
    </dgm:pt>
    <dgm:pt modelId="{9219A63B-2DD6-4662-BF36-6DE98E98BE9D}" type="sibTrans" cxnId="{CC5AFB42-5262-4733-974C-FB43A3DBD6C9}">
      <dgm:prSet/>
      <dgm:spPr/>
      <dgm:t>
        <a:bodyPr/>
        <a:lstStyle/>
        <a:p>
          <a:endParaRPr lang="en-US"/>
        </a:p>
      </dgm:t>
    </dgm:pt>
    <dgm:pt modelId="{C75E254D-7F5B-44EA-B3E4-3F82F1214AE5}" type="pres">
      <dgm:prSet presAssocID="{4016CB94-C4A4-43A8-BE43-A9C8E2DC8385}" presName="Name0" presStyleCnt="0">
        <dgm:presLayoutVars>
          <dgm:dir/>
          <dgm:resizeHandles val="exact"/>
        </dgm:presLayoutVars>
      </dgm:prSet>
      <dgm:spPr/>
    </dgm:pt>
    <dgm:pt modelId="{E26F7767-3D5B-4D73-9901-C339BE5CB7EF}" type="pres">
      <dgm:prSet presAssocID="{3461B510-3CAA-428D-A394-786C39F0FF9D}" presName="compNode" presStyleCnt="0"/>
      <dgm:spPr/>
    </dgm:pt>
    <dgm:pt modelId="{FE0C9720-8C90-4A70-9081-36BEF9247BAF}" type="pres">
      <dgm:prSet presAssocID="{3461B510-3CAA-428D-A394-786C39F0FF9D}" presName="pictRect" presStyleLbl="revTx" presStyleIdx="0" presStyleCnt="6">
        <dgm:presLayoutVars>
          <dgm:chMax val="0"/>
          <dgm:bulletEnabled/>
        </dgm:presLayoutVars>
      </dgm:prSet>
      <dgm:spPr/>
    </dgm:pt>
    <dgm:pt modelId="{32A5F143-7E00-433C-AB6B-50001FA23707}" type="pres">
      <dgm:prSet presAssocID="{3461B510-3CAA-428D-A394-786C39F0FF9D}" presName="textRect" presStyleLbl="revTx" presStyleIdx="1" presStyleCnt="6">
        <dgm:presLayoutVars>
          <dgm:bulletEnabled/>
        </dgm:presLayoutVars>
      </dgm:prSet>
      <dgm:spPr/>
    </dgm:pt>
    <dgm:pt modelId="{FEA6D469-4E70-4F38-BF9D-89B4810EBA7A}" type="pres">
      <dgm:prSet presAssocID="{9732A79F-3E1E-41E0-8BAB-3F9E7974BDF9}" presName="sibTrans" presStyleLbl="sibTrans2D1" presStyleIdx="0" presStyleCnt="0"/>
      <dgm:spPr/>
    </dgm:pt>
    <dgm:pt modelId="{5F266CAB-1524-4BAE-B47D-EAF836566489}" type="pres">
      <dgm:prSet presAssocID="{3013B75C-B399-4D5A-8A1A-CAF6E99F07D4}" presName="compNode" presStyleCnt="0"/>
      <dgm:spPr/>
    </dgm:pt>
    <dgm:pt modelId="{1FC659E9-8D34-4365-867B-F7FD2F1F721A}" type="pres">
      <dgm:prSet presAssocID="{3013B75C-B399-4D5A-8A1A-CAF6E99F07D4}" presName="pictRect" presStyleLbl="revTx" presStyleIdx="2" presStyleCnt="6">
        <dgm:presLayoutVars>
          <dgm:chMax val="0"/>
          <dgm:bulletEnabled/>
        </dgm:presLayoutVars>
      </dgm:prSet>
      <dgm:spPr/>
    </dgm:pt>
    <dgm:pt modelId="{2ADBC37F-C90C-496D-A545-05ABB134503A}" type="pres">
      <dgm:prSet presAssocID="{3013B75C-B399-4D5A-8A1A-CAF6E99F07D4}" presName="textRect" presStyleLbl="revTx" presStyleIdx="3" presStyleCnt="6">
        <dgm:presLayoutVars>
          <dgm:bulletEnabled/>
        </dgm:presLayoutVars>
      </dgm:prSet>
      <dgm:spPr/>
    </dgm:pt>
    <dgm:pt modelId="{804D8A98-F2E1-499F-903C-5BECB41837C7}" type="pres">
      <dgm:prSet presAssocID="{3EFDFFC8-02CE-435F-9F55-BD06E8A29C4A}" presName="sibTrans" presStyleLbl="sibTrans2D1" presStyleIdx="0" presStyleCnt="0"/>
      <dgm:spPr/>
    </dgm:pt>
    <dgm:pt modelId="{4DC8D257-3FC5-4F4C-9175-F3CA38012587}" type="pres">
      <dgm:prSet presAssocID="{AB4A5AAE-334A-4995-99D4-BD8E0C1ED27C}" presName="compNode" presStyleCnt="0"/>
      <dgm:spPr/>
    </dgm:pt>
    <dgm:pt modelId="{C92F2BEC-1B7B-4215-9F8E-1A730A5865BA}" type="pres">
      <dgm:prSet presAssocID="{AB4A5AAE-334A-4995-99D4-BD8E0C1ED27C}" presName="pictRect" presStyleLbl="revTx" presStyleIdx="4" presStyleCnt="6">
        <dgm:presLayoutVars>
          <dgm:chMax val="0"/>
          <dgm:bulletEnabled/>
        </dgm:presLayoutVars>
      </dgm:prSet>
      <dgm:spPr/>
    </dgm:pt>
    <dgm:pt modelId="{56B234F5-921E-4ABB-9BFB-9B8DDCC4DF97}" type="pres">
      <dgm:prSet presAssocID="{AB4A5AAE-334A-4995-99D4-BD8E0C1ED27C}" presName="textRect" presStyleLbl="revTx" presStyleIdx="5" presStyleCnt="6">
        <dgm:presLayoutVars>
          <dgm:bulletEnabled/>
        </dgm:presLayoutVars>
      </dgm:prSet>
      <dgm:spPr/>
    </dgm:pt>
  </dgm:ptLst>
  <dgm:cxnLst>
    <dgm:cxn modelId="{B47C2C05-1D35-40FE-8BC7-461EEAE094D9}" type="presOf" srcId="{3013B75C-B399-4D5A-8A1A-CAF6E99F07D4}" destId="{1FC659E9-8D34-4365-867B-F7FD2F1F721A}" srcOrd="0" destOrd="0" presId="urn:microsoft.com/office/officeart/2024/3/layout/hArchList1"/>
    <dgm:cxn modelId="{4DEBCE0A-B9B4-4643-ADB9-74EA0B4226E3}" type="presOf" srcId="{3EFDFFC8-02CE-435F-9F55-BD06E8A29C4A}" destId="{804D8A98-F2E1-499F-903C-5BECB41837C7}" srcOrd="0" destOrd="0" presId="urn:microsoft.com/office/officeart/2024/3/layout/hArchList1"/>
    <dgm:cxn modelId="{51C9890C-2E96-43CB-AD0C-4512805CADCB}" srcId="{3461B510-3CAA-428D-A394-786C39F0FF9D}" destId="{23441DAA-6AC9-454D-84A8-B0E4D48DE0A9}" srcOrd="0" destOrd="0" parTransId="{F59C45E2-B4B8-4C82-AF9E-3F97EB72A188}" sibTransId="{82BA4346-72B5-43AD-8CDE-4305FDDB1386}"/>
    <dgm:cxn modelId="{048F180D-703F-48A8-9389-DDA7F9445A3B}" srcId="{3013B75C-B399-4D5A-8A1A-CAF6E99F07D4}" destId="{E0FDA0EA-FDC0-4541-8D2B-415CD751EE75}" srcOrd="0" destOrd="0" parTransId="{88C7B2D9-0F93-4DB5-9714-FF8D23A6D780}" sibTransId="{D724E19C-64B4-4EA8-95AD-37FFFBA6CFF6}"/>
    <dgm:cxn modelId="{05225621-60D9-44E0-B143-9241B05D0C50}" type="presOf" srcId="{E0FDA0EA-FDC0-4541-8D2B-415CD751EE75}" destId="{2ADBC37F-C90C-496D-A545-05ABB134503A}" srcOrd="0" destOrd="0" presId="urn:microsoft.com/office/officeart/2024/3/layout/hArchList1"/>
    <dgm:cxn modelId="{CC5AFB42-5262-4733-974C-FB43A3DBD6C9}" srcId="{AB4A5AAE-334A-4995-99D4-BD8E0C1ED27C}" destId="{6990A28C-D082-434F-B616-F47A5478D8DC}" srcOrd="0" destOrd="0" parTransId="{B9CD47C2-BB53-4444-AB08-FDD6820E9B1C}" sibTransId="{9219A63B-2DD6-4662-BF36-6DE98E98BE9D}"/>
    <dgm:cxn modelId="{C539F951-F07B-44AA-85E0-1BEC1077C59C}" srcId="{4016CB94-C4A4-43A8-BE43-A9C8E2DC8385}" destId="{AB4A5AAE-334A-4995-99D4-BD8E0C1ED27C}" srcOrd="2" destOrd="0" parTransId="{A514C61F-880E-4F6E-B68F-7DFB3AFEE4C4}" sibTransId="{5F9D926A-1EA0-4666-A90A-81F0C0903FE2}"/>
    <dgm:cxn modelId="{914AA259-6A7A-452E-8AE1-2B72861AE778}" type="presOf" srcId="{AB4A5AAE-334A-4995-99D4-BD8E0C1ED27C}" destId="{C92F2BEC-1B7B-4215-9F8E-1A730A5865BA}" srcOrd="0" destOrd="0" presId="urn:microsoft.com/office/officeart/2024/3/layout/hArchList1"/>
    <dgm:cxn modelId="{55345784-7FBE-4175-8C41-94C05C0C5F79}" srcId="{4016CB94-C4A4-43A8-BE43-A9C8E2DC8385}" destId="{3461B510-3CAA-428D-A394-786C39F0FF9D}" srcOrd="0" destOrd="0" parTransId="{11F6B432-C1D0-4555-8182-1E2DC77359A7}" sibTransId="{9732A79F-3E1E-41E0-8BAB-3F9E7974BDF9}"/>
    <dgm:cxn modelId="{A49F85A9-27B2-4981-A82C-1007BC770BD9}" type="presOf" srcId="{4016CB94-C4A4-43A8-BE43-A9C8E2DC8385}" destId="{C75E254D-7F5B-44EA-B3E4-3F82F1214AE5}" srcOrd="0" destOrd="0" presId="urn:microsoft.com/office/officeart/2024/3/layout/hArchList1"/>
    <dgm:cxn modelId="{E0FC68BD-2A6D-4A8E-928B-202672079456}" type="presOf" srcId="{9732A79F-3E1E-41E0-8BAB-3F9E7974BDF9}" destId="{FEA6D469-4E70-4F38-BF9D-89B4810EBA7A}" srcOrd="0" destOrd="0" presId="urn:microsoft.com/office/officeart/2024/3/layout/hArchList1"/>
    <dgm:cxn modelId="{55120CC3-BB5A-4B62-9F44-5EF442CDB8DE}" type="presOf" srcId="{3461B510-3CAA-428D-A394-786C39F0FF9D}" destId="{FE0C9720-8C90-4A70-9081-36BEF9247BAF}" srcOrd="0" destOrd="0" presId="urn:microsoft.com/office/officeart/2024/3/layout/hArchList1"/>
    <dgm:cxn modelId="{1D24C6F7-FD23-4E49-94BD-260BA141AA84}" type="presOf" srcId="{23441DAA-6AC9-454D-84A8-B0E4D48DE0A9}" destId="{32A5F143-7E00-433C-AB6B-50001FA23707}" srcOrd="0" destOrd="0" presId="urn:microsoft.com/office/officeart/2024/3/layout/hArchList1"/>
    <dgm:cxn modelId="{7E6CBBF8-47DF-489C-B5A9-5C9AB2107ACA}" type="presOf" srcId="{6990A28C-D082-434F-B616-F47A5478D8DC}" destId="{56B234F5-921E-4ABB-9BFB-9B8DDCC4DF97}" srcOrd="0" destOrd="0" presId="urn:microsoft.com/office/officeart/2024/3/layout/hArchList1"/>
    <dgm:cxn modelId="{7291EEFF-8541-4EF2-B093-97642A95BCDB}" srcId="{4016CB94-C4A4-43A8-BE43-A9C8E2DC8385}" destId="{3013B75C-B399-4D5A-8A1A-CAF6E99F07D4}" srcOrd="1" destOrd="0" parTransId="{9992E91E-C333-4E72-8FCF-F5508B26E463}" sibTransId="{3EFDFFC8-02CE-435F-9F55-BD06E8A29C4A}"/>
    <dgm:cxn modelId="{AE8BE33F-DCDE-4304-9CBB-FAD61D5F2A65}" type="presParOf" srcId="{C75E254D-7F5B-44EA-B3E4-3F82F1214AE5}" destId="{E26F7767-3D5B-4D73-9901-C339BE5CB7EF}" srcOrd="0" destOrd="0" presId="urn:microsoft.com/office/officeart/2024/3/layout/hArchList1"/>
    <dgm:cxn modelId="{1739AC49-4F2B-4BF7-94B0-E0762D23D28C}" type="presParOf" srcId="{E26F7767-3D5B-4D73-9901-C339BE5CB7EF}" destId="{FE0C9720-8C90-4A70-9081-36BEF9247BAF}" srcOrd="0" destOrd="0" presId="urn:microsoft.com/office/officeart/2024/3/layout/hArchList1"/>
    <dgm:cxn modelId="{8EA8F74D-9B4A-494D-8CFC-AAAC87426E2A}" type="presParOf" srcId="{E26F7767-3D5B-4D73-9901-C339BE5CB7EF}" destId="{32A5F143-7E00-433C-AB6B-50001FA23707}" srcOrd="1" destOrd="0" presId="urn:microsoft.com/office/officeart/2024/3/layout/hArchList1"/>
    <dgm:cxn modelId="{C5933775-3017-497E-9E86-63E14E29A3C1}" type="presParOf" srcId="{C75E254D-7F5B-44EA-B3E4-3F82F1214AE5}" destId="{FEA6D469-4E70-4F38-BF9D-89B4810EBA7A}" srcOrd="1" destOrd="0" presId="urn:microsoft.com/office/officeart/2024/3/layout/hArchList1"/>
    <dgm:cxn modelId="{9F6317EB-9DD3-4B17-B919-B0BB0D8EC42B}" type="presParOf" srcId="{C75E254D-7F5B-44EA-B3E4-3F82F1214AE5}" destId="{5F266CAB-1524-4BAE-B47D-EAF836566489}" srcOrd="2" destOrd="0" presId="urn:microsoft.com/office/officeart/2024/3/layout/hArchList1"/>
    <dgm:cxn modelId="{FEA62595-80EE-4B10-A3B5-94C048559ED3}" type="presParOf" srcId="{5F266CAB-1524-4BAE-B47D-EAF836566489}" destId="{1FC659E9-8D34-4365-867B-F7FD2F1F721A}" srcOrd="0" destOrd="0" presId="urn:microsoft.com/office/officeart/2024/3/layout/hArchList1"/>
    <dgm:cxn modelId="{41F61B7B-37E5-4598-9CEF-B57621223A4D}" type="presParOf" srcId="{5F266CAB-1524-4BAE-B47D-EAF836566489}" destId="{2ADBC37F-C90C-496D-A545-05ABB134503A}" srcOrd="1" destOrd="0" presId="urn:microsoft.com/office/officeart/2024/3/layout/hArchList1"/>
    <dgm:cxn modelId="{EBB2B9C8-3256-4F24-84FD-AD8198A87BF9}" type="presParOf" srcId="{C75E254D-7F5B-44EA-B3E4-3F82F1214AE5}" destId="{804D8A98-F2E1-499F-903C-5BECB41837C7}" srcOrd="3" destOrd="0" presId="urn:microsoft.com/office/officeart/2024/3/layout/hArchList1"/>
    <dgm:cxn modelId="{8773A244-BCC1-4DBA-AE7B-FC8C717A1470}" type="presParOf" srcId="{C75E254D-7F5B-44EA-B3E4-3F82F1214AE5}" destId="{4DC8D257-3FC5-4F4C-9175-F3CA38012587}" srcOrd="4" destOrd="0" presId="urn:microsoft.com/office/officeart/2024/3/layout/hArchList1"/>
    <dgm:cxn modelId="{74B75E2D-8722-4CC0-89DB-CAF25B5C612F}" type="presParOf" srcId="{4DC8D257-3FC5-4F4C-9175-F3CA38012587}" destId="{C92F2BEC-1B7B-4215-9F8E-1A730A5865BA}" srcOrd="0" destOrd="0" presId="urn:microsoft.com/office/officeart/2024/3/layout/hArchList1"/>
    <dgm:cxn modelId="{20B3A015-A668-48FB-81E7-121D15EA1EB2}" type="presParOf" srcId="{4DC8D257-3FC5-4F4C-9175-F3CA38012587}" destId="{56B234F5-921E-4ABB-9BFB-9B8DDCC4DF97}"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54633440-EE13-41E8-B300-AE9220864FF2}"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4D1C155B-82AB-4F75-BA3C-F6F0E0ED9744}">
      <dgm:prSet/>
      <dgm:spPr/>
      <dgm:t>
        <a:bodyPr/>
        <a:lstStyle/>
        <a:p>
          <a:pPr>
            <a:lnSpc>
              <a:spcPct val="100000"/>
            </a:lnSpc>
            <a:defRPr b="1"/>
          </a:pPr>
          <a:r>
            <a:rPr lang="en-US"/>
            <a:t>Addressing Equipment Constraints</a:t>
          </a:r>
        </a:p>
      </dgm:t>
    </dgm:pt>
    <dgm:pt modelId="{F7A2D60C-2ADD-4392-9570-682FD8CA2E29}" type="parTrans" cxnId="{F16E514A-8BFD-489D-B316-689F13350767}">
      <dgm:prSet/>
      <dgm:spPr/>
      <dgm:t>
        <a:bodyPr/>
        <a:lstStyle/>
        <a:p>
          <a:endParaRPr lang="en-US"/>
        </a:p>
      </dgm:t>
    </dgm:pt>
    <dgm:pt modelId="{33C889C1-C28C-4357-A4FB-EB9EA137DF3B}" type="sibTrans" cxnId="{F16E514A-8BFD-489D-B316-689F13350767}">
      <dgm:prSet/>
      <dgm:spPr/>
      <dgm:t>
        <a:bodyPr/>
        <a:lstStyle/>
        <a:p>
          <a:pPr>
            <a:lnSpc>
              <a:spcPct val="100000"/>
            </a:lnSpc>
            <a:defRPr b="1"/>
          </a:pPr>
          <a:endParaRPr lang="en-US"/>
        </a:p>
      </dgm:t>
    </dgm:pt>
    <dgm:pt modelId="{F69AA303-2110-4CA6-AA87-76428C166B31}">
      <dgm:prSet/>
      <dgm:spPr/>
      <dgm:t>
        <a:bodyPr/>
        <a:lstStyle/>
        <a:p>
          <a:pPr>
            <a:lnSpc>
              <a:spcPct val="100000"/>
            </a:lnSpc>
          </a:pPr>
          <a:r>
            <a:rPr lang="en-US"/>
            <a:t>Identified equipment limitations as the main cause of slow service during peak times.</a:t>
          </a:r>
        </a:p>
      </dgm:t>
    </dgm:pt>
    <dgm:pt modelId="{A0C03D29-0868-44E5-8794-F1FFDE137F1F}" type="parTrans" cxnId="{AB5E5462-C3D3-47C1-AC3C-6AA42F3A1AC1}">
      <dgm:prSet/>
      <dgm:spPr/>
      <dgm:t>
        <a:bodyPr/>
        <a:lstStyle/>
        <a:p>
          <a:endParaRPr lang="en-US"/>
        </a:p>
      </dgm:t>
    </dgm:pt>
    <dgm:pt modelId="{FE0E3C0A-47E9-48FA-B2CE-55A0DF24D323}" type="sibTrans" cxnId="{AB5E5462-C3D3-47C1-AC3C-6AA42F3A1AC1}">
      <dgm:prSet/>
      <dgm:spPr/>
      <dgm:t>
        <a:bodyPr/>
        <a:lstStyle/>
        <a:p>
          <a:endParaRPr lang="en-US"/>
        </a:p>
      </dgm:t>
    </dgm:pt>
    <dgm:pt modelId="{EA1A33E7-D3C2-4428-B122-26B31F19711F}">
      <dgm:prSet/>
      <dgm:spPr/>
      <dgm:t>
        <a:bodyPr/>
        <a:lstStyle/>
        <a:p>
          <a:pPr>
            <a:lnSpc>
              <a:spcPct val="100000"/>
            </a:lnSpc>
            <a:defRPr b="1"/>
          </a:pPr>
          <a:r>
            <a:rPr lang="en-US"/>
            <a:t>Higher-Capacity Espresso Machine</a:t>
          </a:r>
        </a:p>
      </dgm:t>
    </dgm:pt>
    <dgm:pt modelId="{AD491066-15EF-4A0B-B7CD-3B788A13B537}" type="parTrans" cxnId="{B4D9F1E4-3536-44BB-B1CC-212B83EAE2B1}">
      <dgm:prSet/>
      <dgm:spPr/>
      <dgm:t>
        <a:bodyPr/>
        <a:lstStyle/>
        <a:p>
          <a:endParaRPr lang="en-US"/>
        </a:p>
      </dgm:t>
    </dgm:pt>
    <dgm:pt modelId="{2F94757C-120E-47FD-A284-F50B69420E15}" type="sibTrans" cxnId="{B4D9F1E4-3536-44BB-B1CC-212B83EAE2B1}">
      <dgm:prSet/>
      <dgm:spPr/>
      <dgm:t>
        <a:bodyPr/>
        <a:lstStyle/>
        <a:p>
          <a:pPr>
            <a:lnSpc>
              <a:spcPct val="100000"/>
            </a:lnSpc>
            <a:defRPr b="1"/>
          </a:pPr>
          <a:endParaRPr lang="en-US"/>
        </a:p>
      </dgm:t>
    </dgm:pt>
    <dgm:pt modelId="{69A83379-146F-49AB-B8ED-B73F3D3616DE}">
      <dgm:prSet/>
      <dgm:spPr/>
      <dgm:t>
        <a:bodyPr/>
        <a:lstStyle/>
        <a:p>
          <a:pPr>
            <a:lnSpc>
              <a:spcPct val="100000"/>
            </a:lnSpc>
          </a:pPr>
          <a:r>
            <a:rPr lang="en-US"/>
            <a:t>Investing in a machine with greater capacity to efficiently handle peak demand.</a:t>
          </a:r>
        </a:p>
      </dgm:t>
    </dgm:pt>
    <dgm:pt modelId="{2911BBFB-A3B6-405A-A4A3-51E03AE07DAC}" type="parTrans" cxnId="{7EB2EB07-6C0E-43F6-89AE-7D4E4AB756CC}">
      <dgm:prSet/>
      <dgm:spPr/>
      <dgm:t>
        <a:bodyPr/>
        <a:lstStyle/>
        <a:p>
          <a:endParaRPr lang="en-US"/>
        </a:p>
      </dgm:t>
    </dgm:pt>
    <dgm:pt modelId="{3843FA9D-CA14-4EE9-86FE-5047DAAD6AED}" type="sibTrans" cxnId="{7EB2EB07-6C0E-43F6-89AE-7D4E4AB756CC}">
      <dgm:prSet/>
      <dgm:spPr/>
      <dgm:t>
        <a:bodyPr/>
        <a:lstStyle/>
        <a:p>
          <a:endParaRPr lang="en-US"/>
        </a:p>
      </dgm:t>
    </dgm:pt>
    <dgm:pt modelId="{B337E706-3C4D-4F54-BEF5-B1D6C4F921F7}">
      <dgm:prSet/>
      <dgm:spPr/>
      <dgm:t>
        <a:bodyPr/>
        <a:lstStyle/>
        <a:p>
          <a:pPr>
            <a:lnSpc>
              <a:spcPct val="100000"/>
            </a:lnSpc>
            <a:defRPr b="1"/>
          </a:pPr>
          <a:r>
            <a:rPr lang="en-US"/>
            <a:t>Operational Efficiency Benefits</a:t>
          </a:r>
        </a:p>
      </dgm:t>
    </dgm:pt>
    <dgm:pt modelId="{25639990-D481-4A5A-9DD2-AA59B0B57D0D}" type="parTrans" cxnId="{DFF9BD0D-AA50-4A77-9CF5-D6E10112F150}">
      <dgm:prSet/>
      <dgm:spPr/>
      <dgm:t>
        <a:bodyPr/>
        <a:lstStyle/>
        <a:p>
          <a:endParaRPr lang="en-US"/>
        </a:p>
      </dgm:t>
    </dgm:pt>
    <dgm:pt modelId="{27E00EFF-76C1-4F3B-A646-AAD5E8CE8210}" type="sibTrans" cxnId="{DFF9BD0D-AA50-4A77-9CF5-D6E10112F150}">
      <dgm:prSet/>
      <dgm:spPr/>
      <dgm:t>
        <a:bodyPr/>
        <a:lstStyle/>
        <a:p>
          <a:endParaRPr lang="en-US"/>
        </a:p>
      </dgm:t>
    </dgm:pt>
    <dgm:pt modelId="{0CC7AAE7-D165-4276-95E3-46EE55AE0939}">
      <dgm:prSet/>
      <dgm:spPr/>
      <dgm:t>
        <a:bodyPr/>
        <a:lstStyle/>
        <a:p>
          <a:pPr>
            <a:lnSpc>
              <a:spcPct val="100000"/>
            </a:lnSpc>
          </a:pPr>
          <a:r>
            <a:rPr lang="en-US"/>
            <a:t>Improves service speed and consistency while reducing ongoing labor costs.</a:t>
          </a:r>
        </a:p>
      </dgm:t>
    </dgm:pt>
    <dgm:pt modelId="{07769F5A-1ED1-4AE4-B83A-E20C7F8A3093}" type="parTrans" cxnId="{72FA5CF7-3608-4FC3-8385-2AE42EA8F097}">
      <dgm:prSet/>
      <dgm:spPr/>
      <dgm:t>
        <a:bodyPr/>
        <a:lstStyle/>
        <a:p>
          <a:endParaRPr lang="en-US"/>
        </a:p>
      </dgm:t>
    </dgm:pt>
    <dgm:pt modelId="{FFEEB064-11C7-479D-BA22-2E90952B06A6}" type="sibTrans" cxnId="{72FA5CF7-3608-4FC3-8385-2AE42EA8F097}">
      <dgm:prSet/>
      <dgm:spPr/>
      <dgm:t>
        <a:bodyPr/>
        <a:lstStyle/>
        <a:p>
          <a:endParaRPr lang="en-US"/>
        </a:p>
      </dgm:t>
    </dgm:pt>
    <dgm:pt modelId="{83AEECF3-55B3-4200-858E-57D4F34D2EEA}" type="pres">
      <dgm:prSet presAssocID="{54633440-EE13-41E8-B300-AE9220864FF2}" presName="Name0" presStyleCnt="0">
        <dgm:presLayoutVars>
          <dgm:dir/>
          <dgm:resizeHandles val="exact"/>
        </dgm:presLayoutVars>
      </dgm:prSet>
      <dgm:spPr/>
    </dgm:pt>
    <dgm:pt modelId="{8E351DF9-F278-4970-9B75-46892DD75386}" type="pres">
      <dgm:prSet presAssocID="{4D1C155B-82AB-4F75-BA3C-F6F0E0ED9744}" presName="compNode" presStyleCnt="0"/>
      <dgm:spPr/>
    </dgm:pt>
    <dgm:pt modelId="{5FBC29BF-5C6B-49D8-9B90-E7281CE67331}" type="pres">
      <dgm:prSet presAssocID="{4D1C155B-82AB-4F75-BA3C-F6F0E0ED9744}" presName="pictRect" presStyleLbl="revTx" presStyleIdx="0" presStyleCnt="6">
        <dgm:presLayoutVars>
          <dgm:chMax val="0"/>
          <dgm:bulletEnabled/>
        </dgm:presLayoutVars>
      </dgm:prSet>
      <dgm:spPr/>
    </dgm:pt>
    <dgm:pt modelId="{4169A232-6D57-462C-ADF0-58A79CE5662F}" type="pres">
      <dgm:prSet presAssocID="{4D1C155B-82AB-4F75-BA3C-F6F0E0ED9744}" presName="textRect" presStyleLbl="revTx" presStyleIdx="1" presStyleCnt="6">
        <dgm:presLayoutVars>
          <dgm:bulletEnabled/>
        </dgm:presLayoutVars>
      </dgm:prSet>
      <dgm:spPr/>
    </dgm:pt>
    <dgm:pt modelId="{0771CBEC-1D3A-41EF-8893-7CE08B16FC9A}" type="pres">
      <dgm:prSet presAssocID="{33C889C1-C28C-4357-A4FB-EB9EA137DF3B}" presName="sibTrans" presStyleLbl="sibTrans2D1" presStyleIdx="0" presStyleCnt="0"/>
      <dgm:spPr/>
    </dgm:pt>
    <dgm:pt modelId="{36CD62D6-72CE-4BE5-ABBE-DA71E53A49BB}" type="pres">
      <dgm:prSet presAssocID="{EA1A33E7-D3C2-4428-B122-26B31F19711F}" presName="compNode" presStyleCnt="0"/>
      <dgm:spPr/>
    </dgm:pt>
    <dgm:pt modelId="{37DF6779-5C58-45EF-93E5-A7FB62FC5AAB}" type="pres">
      <dgm:prSet presAssocID="{EA1A33E7-D3C2-4428-B122-26B31F19711F}" presName="pictRect" presStyleLbl="revTx" presStyleIdx="2" presStyleCnt="6">
        <dgm:presLayoutVars>
          <dgm:chMax val="0"/>
          <dgm:bulletEnabled/>
        </dgm:presLayoutVars>
      </dgm:prSet>
      <dgm:spPr/>
    </dgm:pt>
    <dgm:pt modelId="{D6F6912C-C2FC-47C2-A671-AA38E9E32C0B}" type="pres">
      <dgm:prSet presAssocID="{EA1A33E7-D3C2-4428-B122-26B31F19711F}" presName="textRect" presStyleLbl="revTx" presStyleIdx="3" presStyleCnt="6">
        <dgm:presLayoutVars>
          <dgm:bulletEnabled/>
        </dgm:presLayoutVars>
      </dgm:prSet>
      <dgm:spPr/>
    </dgm:pt>
    <dgm:pt modelId="{5889D7AD-7363-4867-B839-9B583B92191A}" type="pres">
      <dgm:prSet presAssocID="{2F94757C-120E-47FD-A284-F50B69420E15}" presName="sibTrans" presStyleLbl="sibTrans2D1" presStyleIdx="0" presStyleCnt="0"/>
      <dgm:spPr/>
    </dgm:pt>
    <dgm:pt modelId="{444F7DA5-E93C-41F5-9490-D729E16F51CE}" type="pres">
      <dgm:prSet presAssocID="{B337E706-3C4D-4F54-BEF5-B1D6C4F921F7}" presName="compNode" presStyleCnt="0"/>
      <dgm:spPr/>
    </dgm:pt>
    <dgm:pt modelId="{3BF3ACD3-EEFB-4B1D-9ECA-E8F045BBA89F}" type="pres">
      <dgm:prSet presAssocID="{B337E706-3C4D-4F54-BEF5-B1D6C4F921F7}" presName="pictRect" presStyleLbl="revTx" presStyleIdx="4" presStyleCnt="6">
        <dgm:presLayoutVars>
          <dgm:chMax val="0"/>
          <dgm:bulletEnabled/>
        </dgm:presLayoutVars>
      </dgm:prSet>
      <dgm:spPr/>
    </dgm:pt>
    <dgm:pt modelId="{E7B6E29E-F2E7-488E-9A46-9E25AC40CF03}" type="pres">
      <dgm:prSet presAssocID="{B337E706-3C4D-4F54-BEF5-B1D6C4F921F7}" presName="textRect" presStyleLbl="revTx" presStyleIdx="5" presStyleCnt="6">
        <dgm:presLayoutVars>
          <dgm:bulletEnabled/>
        </dgm:presLayoutVars>
      </dgm:prSet>
      <dgm:spPr/>
    </dgm:pt>
  </dgm:ptLst>
  <dgm:cxnLst>
    <dgm:cxn modelId="{7EB2EB07-6C0E-43F6-89AE-7D4E4AB756CC}" srcId="{EA1A33E7-D3C2-4428-B122-26B31F19711F}" destId="{69A83379-146F-49AB-B8ED-B73F3D3616DE}" srcOrd="0" destOrd="0" parTransId="{2911BBFB-A3B6-405A-A4A3-51E03AE07DAC}" sibTransId="{3843FA9D-CA14-4EE9-86FE-5047DAAD6AED}"/>
    <dgm:cxn modelId="{4399510B-601C-47D8-8647-377F54E6D63C}" type="presOf" srcId="{EA1A33E7-D3C2-4428-B122-26B31F19711F}" destId="{37DF6779-5C58-45EF-93E5-A7FB62FC5AAB}" srcOrd="0" destOrd="0" presId="urn:microsoft.com/office/officeart/2024/3/layout/hArchList1"/>
    <dgm:cxn modelId="{DFF9BD0D-AA50-4A77-9CF5-D6E10112F150}" srcId="{54633440-EE13-41E8-B300-AE9220864FF2}" destId="{B337E706-3C4D-4F54-BEF5-B1D6C4F921F7}" srcOrd="2" destOrd="0" parTransId="{25639990-D481-4A5A-9DD2-AA59B0B57D0D}" sibTransId="{27E00EFF-76C1-4F3B-A646-AAD5E8CE8210}"/>
    <dgm:cxn modelId="{EBA97A1B-3B2C-4B94-8ED4-6D3DB666C911}" type="presOf" srcId="{B337E706-3C4D-4F54-BEF5-B1D6C4F921F7}" destId="{3BF3ACD3-EEFB-4B1D-9ECA-E8F045BBA89F}" srcOrd="0" destOrd="0" presId="urn:microsoft.com/office/officeart/2024/3/layout/hArchList1"/>
    <dgm:cxn modelId="{AB5E5462-C3D3-47C1-AC3C-6AA42F3A1AC1}" srcId="{4D1C155B-82AB-4F75-BA3C-F6F0E0ED9744}" destId="{F69AA303-2110-4CA6-AA87-76428C166B31}" srcOrd="0" destOrd="0" parTransId="{A0C03D29-0868-44E5-8794-F1FFDE137F1F}" sibTransId="{FE0E3C0A-47E9-48FA-B2CE-55A0DF24D323}"/>
    <dgm:cxn modelId="{F16E514A-8BFD-489D-B316-689F13350767}" srcId="{54633440-EE13-41E8-B300-AE9220864FF2}" destId="{4D1C155B-82AB-4F75-BA3C-F6F0E0ED9744}" srcOrd="0" destOrd="0" parTransId="{F7A2D60C-2ADD-4392-9570-682FD8CA2E29}" sibTransId="{33C889C1-C28C-4357-A4FB-EB9EA137DF3B}"/>
    <dgm:cxn modelId="{7020C370-04F6-4898-8E95-EF41D5BD8F63}" type="presOf" srcId="{4D1C155B-82AB-4F75-BA3C-F6F0E0ED9744}" destId="{5FBC29BF-5C6B-49D8-9B90-E7281CE67331}" srcOrd="0" destOrd="0" presId="urn:microsoft.com/office/officeart/2024/3/layout/hArchList1"/>
    <dgm:cxn modelId="{DDD01652-F7F0-487A-8411-F0B2E7A87BE4}" type="presOf" srcId="{F69AA303-2110-4CA6-AA87-76428C166B31}" destId="{4169A232-6D57-462C-ADF0-58A79CE5662F}" srcOrd="0" destOrd="0" presId="urn:microsoft.com/office/officeart/2024/3/layout/hArchList1"/>
    <dgm:cxn modelId="{51FB92B1-A562-4302-8174-0F8DA63EE5CF}" type="presOf" srcId="{2F94757C-120E-47FD-A284-F50B69420E15}" destId="{5889D7AD-7363-4867-B839-9B583B92191A}" srcOrd="0" destOrd="0" presId="urn:microsoft.com/office/officeart/2024/3/layout/hArchList1"/>
    <dgm:cxn modelId="{2FFB2BB5-730B-430F-8AA3-4B72989896B1}" type="presOf" srcId="{0CC7AAE7-D165-4276-95E3-46EE55AE0939}" destId="{E7B6E29E-F2E7-488E-9A46-9E25AC40CF03}" srcOrd="0" destOrd="0" presId="urn:microsoft.com/office/officeart/2024/3/layout/hArchList1"/>
    <dgm:cxn modelId="{7BDB1BC1-BEE9-40CA-AE39-F989BFB193A7}" type="presOf" srcId="{33C889C1-C28C-4357-A4FB-EB9EA137DF3B}" destId="{0771CBEC-1D3A-41EF-8893-7CE08B16FC9A}" srcOrd="0" destOrd="0" presId="urn:microsoft.com/office/officeart/2024/3/layout/hArchList1"/>
    <dgm:cxn modelId="{81BC9EDA-6779-49DB-874F-85499F970DD2}" type="presOf" srcId="{54633440-EE13-41E8-B300-AE9220864FF2}" destId="{83AEECF3-55B3-4200-858E-57D4F34D2EEA}" srcOrd="0" destOrd="0" presId="urn:microsoft.com/office/officeart/2024/3/layout/hArchList1"/>
    <dgm:cxn modelId="{B4D9F1E4-3536-44BB-B1CC-212B83EAE2B1}" srcId="{54633440-EE13-41E8-B300-AE9220864FF2}" destId="{EA1A33E7-D3C2-4428-B122-26B31F19711F}" srcOrd="1" destOrd="0" parTransId="{AD491066-15EF-4A0B-B7CD-3B788A13B537}" sibTransId="{2F94757C-120E-47FD-A284-F50B69420E15}"/>
    <dgm:cxn modelId="{73DB8BF1-0A77-44E4-A8CE-A5F9D947E78D}" type="presOf" srcId="{69A83379-146F-49AB-B8ED-B73F3D3616DE}" destId="{D6F6912C-C2FC-47C2-A671-AA38E9E32C0B}" srcOrd="0" destOrd="0" presId="urn:microsoft.com/office/officeart/2024/3/layout/hArchList1"/>
    <dgm:cxn modelId="{72FA5CF7-3608-4FC3-8385-2AE42EA8F097}" srcId="{B337E706-3C4D-4F54-BEF5-B1D6C4F921F7}" destId="{0CC7AAE7-D165-4276-95E3-46EE55AE0939}" srcOrd="0" destOrd="0" parTransId="{07769F5A-1ED1-4AE4-B83A-E20C7F8A3093}" sibTransId="{FFEEB064-11C7-479D-BA22-2E90952B06A6}"/>
    <dgm:cxn modelId="{F00C0FFE-4861-4733-8B45-1CB0F06F2E14}" type="presParOf" srcId="{83AEECF3-55B3-4200-858E-57D4F34D2EEA}" destId="{8E351DF9-F278-4970-9B75-46892DD75386}" srcOrd="0" destOrd="0" presId="urn:microsoft.com/office/officeart/2024/3/layout/hArchList1"/>
    <dgm:cxn modelId="{5D18EC75-5C8A-4EAE-9627-54A9B0D3B4F9}" type="presParOf" srcId="{8E351DF9-F278-4970-9B75-46892DD75386}" destId="{5FBC29BF-5C6B-49D8-9B90-E7281CE67331}" srcOrd="0" destOrd="0" presId="urn:microsoft.com/office/officeart/2024/3/layout/hArchList1"/>
    <dgm:cxn modelId="{D246E17D-0FBD-4BF3-A0EF-AD361E6D14DA}" type="presParOf" srcId="{8E351DF9-F278-4970-9B75-46892DD75386}" destId="{4169A232-6D57-462C-ADF0-58A79CE5662F}" srcOrd="1" destOrd="0" presId="urn:microsoft.com/office/officeart/2024/3/layout/hArchList1"/>
    <dgm:cxn modelId="{328DC8C6-7016-4C40-A1CE-70D59CE03CC7}" type="presParOf" srcId="{83AEECF3-55B3-4200-858E-57D4F34D2EEA}" destId="{0771CBEC-1D3A-41EF-8893-7CE08B16FC9A}" srcOrd="1" destOrd="0" presId="urn:microsoft.com/office/officeart/2024/3/layout/hArchList1"/>
    <dgm:cxn modelId="{6350BFCA-CAD0-41BB-A8FD-C4434C2E7B14}" type="presParOf" srcId="{83AEECF3-55B3-4200-858E-57D4F34D2EEA}" destId="{36CD62D6-72CE-4BE5-ABBE-DA71E53A49BB}" srcOrd="2" destOrd="0" presId="urn:microsoft.com/office/officeart/2024/3/layout/hArchList1"/>
    <dgm:cxn modelId="{391199BE-74CC-410B-B472-147C795EB00F}" type="presParOf" srcId="{36CD62D6-72CE-4BE5-ABBE-DA71E53A49BB}" destId="{37DF6779-5C58-45EF-93E5-A7FB62FC5AAB}" srcOrd="0" destOrd="0" presId="urn:microsoft.com/office/officeart/2024/3/layout/hArchList1"/>
    <dgm:cxn modelId="{A5A789B6-7A7F-44D6-9E05-4EE59BC62AE1}" type="presParOf" srcId="{36CD62D6-72CE-4BE5-ABBE-DA71E53A49BB}" destId="{D6F6912C-C2FC-47C2-A671-AA38E9E32C0B}" srcOrd="1" destOrd="0" presId="urn:microsoft.com/office/officeart/2024/3/layout/hArchList1"/>
    <dgm:cxn modelId="{7D8DAD9D-0F3E-43EA-8DCC-D3C8B697F4F9}" type="presParOf" srcId="{83AEECF3-55B3-4200-858E-57D4F34D2EEA}" destId="{5889D7AD-7363-4867-B839-9B583B92191A}" srcOrd="3" destOrd="0" presId="urn:microsoft.com/office/officeart/2024/3/layout/hArchList1"/>
    <dgm:cxn modelId="{F4F08692-5C67-48DB-8595-C456BEE8CE3C}" type="presParOf" srcId="{83AEECF3-55B3-4200-858E-57D4F34D2EEA}" destId="{444F7DA5-E93C-41F5-9490-D729E16F51CE}" srcOrd="4" destOrd="0" presId="urn:microsoft.com/office/officeart/2024/3/layout/hArchList1"/>
    <dgm:cxn modelId="{D9BBCC8C-A5D3-45EF-BFDC-C5E8A6DF0962}" type="presParOf" srcId="{444F7DA5-E93C-41F5-9490-D729E16F51CE}" destId="{3BF3ACD3-EEFB-4B1D-9ECA-E8F045BBA89F}" srcOrd="0" destOrd="0" presId="urn:microsoft.com/office/officeart/2024/3/layout/hArchList1"/>
    <dgm:cxn modelId="{18BED683-0571-4B90-B099-8C6FDCE60D50}" type="presParOf" srcId="{444F7DA5-E93C-41F5-9490-D729E16F51CE}" destId="{E7B6E29E-F2E7-488E-9A46-9E25AC40CF03}"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41D28689-59AE-42DC-9CEF-A1E888E0525A}"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0D0BA03C-7B1F-40D8-930A-165B4F50C7B3}">
      <dgm:prSet/>
      <dgm:spPr/>
      <dgm:t>
        <a:bodyPr/>
        <a:lstStyle/>
        <a:p>
          <a:pPr>
            <a:lnSpc>
              <a:spcPct val="100000"/>
            </a:lnSpc>
            <a:defRPr b="1"/>
          </a:pPr>
          <a:r>
            <a:rPr lang="en-US"/>
            <a:t>Improved Operational Efficiency</a:t>
          </a:r>
        </a:p>
      </dgm:t>
    </dgm:pt>
    <dgm:pt modelId="{28A77A28-96FF-4B28-992B-DBE6FAE83EF6}" type="parTrans" cxnId="{4A46F4B4-81EC-4508-A86E-86DB5304369C}">
      <dgm:prSet/>
      <dgm:spPr/>
      <dgm:t>
        <a:bodyPr/>
        <a:lstStyle/>
        <a:p>
          <a:endParaRPr lang="en-US"/>
        </a:p>
      </dgm:t>
    </dgm:pt>
    <dgm:pt modelId="{797CDC74-7E89-4CD2-8294-50D747D134B8}" type="sibTrans" cxnId="{4A46F4B4-81EC-4508-A86E-86DB5304369C}">
      <dgm:prSet/>
      <dgm:spPr/>
      <dgm:t>
        <a:bodyPr/>
        <a:lstStyle/>
        <a:p>
          <a:pPr>
            <a:lnSpc>
              <a:spcPct val="100000"/>
            </a:lnSpc>
            <a:defRPr b="1"/>
          </a:pPr>
          <a:endParaRPr lang="en-US"/>
        </a:p>
      </dgm:t>
    </dgm:pt>
    <dgm:pt modelId="{515F1581-83F1-467C-83F2-176449D6D4D5}">
      <dgm:prSet/>
      <dgm:spPr/>
      <dgm:t>
        <a:bodyPr/>
        <a:lstStyle/>
        <a:p>
          <a:pPr>
            <a:lnSpc>
              <a:spcPct val="100000"/>
            </a:lnSpc>
          </a:pPr>
          <a:r>
            <a:rPr lang="en-US"/>
            <a:t>The new machine reduces drink preparation time and shortens queues, enhancing peak-hour flow.</a:t>
          </a:r>
        </a:p>
      </dgm:t>
    </dgm:pt>
    <dgm:pt modelId="{09D7D21F-89BC-43E8-840B-7B2114B8E7F1}" type="parTrans" cxnId="{98B7A630-A64E-4B36-8DEE-573C252E9766}">
      <dgm:prSet/>
      <dgm:spPr/>
      <dgm:t>
        <a:bodyPr/>
        <a:lstStyle/>
        <a:p>
          <a:endParaRPr lang="en-US"/>
        </a:p>
      </dgm:t>
    </dgm:pt>
    <dgm:pt modelId="{4ADD55C2-F27E-4445-A03D-92606198A7F8}" type="sibTrans" cxnId="{98B7A630-A64E-4B36-8DEE-573C252E9766}">
      <dgm:prSet/>
      <dgm:spPr/>
      <dgm:t>
        <a:bodyPr/>
        <a:lstStyle/>
        <a:p>
          <a:endParaRPr lang="en-US"/>
        </a:p>
      </dgm:t>
    </dgm:pt>
    <dgm:pt modelId="{BBE15B6D-E5C7-4D58-9FC8-F16CAFB9DC52}">
      <dgm:prSet/>
      <dgm:spPr/>
      <dgm:t>
        <a:bodyPr/>
        <a:lstStyle/>
        <a:p>
          <a:pPr>
            <a:lnSpc>
              <a:spcPct val="100000"/>
            </a:lnSpc>
            <a:defRPr b="1"/>
          </a:pPr>
          <a:r>
            <a:rPr lang="en-US"/>
            <a:t>Reduced Employee Stress</a:t>
          </a:r>
        </a:p>
      </dgm:t>
    </dgm:pt>
    <dgm:pt modelId="{36A95EEF-AD51-43BD-9D9C-35C61192F0D0}" type="parTrans" cxnId="{D98979E8-FCCD-41DE-B3A3-9393C54F4F0E}">
      <dgm:prSet/>
      <dgm:spPr/>
      <dgm:t>
        <a:bodyPr/>
        <a:lstStyle/>
        <a:p>
          <a:endParaRPr lang="en-US"/>
        </a:p>
      </dgm:t>
    </dgm:pt>
    <dgm:pt modelId="{0E905A52-4C66-42B7-950C-90AFAADC0CD1}" type="sibTrans" cxnId="{D98979E8-FCCD-41DE-B3A3-9393C54F4F0E}">
      <dgm:prSet/>
      <dgm:spPr/>
      <dgm:t>
        <a:bodyPr/>
        <a:lstStyle/>
        <a:p>
          <a:pPr>
            <a:lnSpc>
              <a:spcPct val="100000"/>
            </a:lnSpc>
            <a:defRPr b="1"/>
          </a:pPr>
          <a:endParaRPr lang="en-US"/>
        </a:p>
      </dgm:t>
    </dgm:pt>
    <dgm:pt modelId="{D876A334-D240-4BD1-8747-2FA42B6B62CF}">
      <dgm:prSet/>
      <dgm:spPr/>
      <dgm:t>
        <a:bodyPr/>
        <a:lstStyle/>
        <a:p>
          <a:pPr>
            <a:lnSpc>
              <a:spcPct val="100000"/>
            </a:lnSpc>
          </a:pPr>
          <a:r>
            <a:rPr lang="en-US"/>
            <a:t>Employees experience less stress and fewer rushed interactions, leading to friendlier service.</a:t>
          </a:r>
        </a:p>
      </dgm:t>
    </dgm:pt>
    <dgm:pt modelId="{BBBC7097-7275-455E-8549-AB41086F3279}" type="parTrans" cxnId="{A516EB09-BF97-4AB1-90E0-92F85902AA45}">
      <dgm:prSet/>
      <dgm:spPr/>
      <dgm:t>
        <a:bodyPr/>
        <a:lstStyle/>
        <a:p>
          <a:endParaRPr lang="en-US"/>
        </a:p>
      </dgm:t>
    </dgm:pt>
    <dgm:pt modelId="{DC59796C-9575-4D7F-9F1E-F7459D5EED54}" type="sibTrans" cxnId="{A516EB09-BF97-4AB1-90E0-92F85902AA45}">
      <dgm:prSet/>
      <dgm:spPr/>
      <dgm:t>
        <a:bodyPr/>
        <a:lstStyle/>
        <a:p>
          <a:endParaRPr lang="en-US"/>
        </a:p>
      </dgm:t>
    </dgm:pt>
    <dgm:pt modelId="{F90FFAA1-9C1A-4FF1-AC69-70F261C6BC01}">
      <dgm:prSet/>
      <dgm:spPr/>
      <dgm:t>
        <a:bodyPr/>
        <a:lstStyle/>
        <a:p>
          <a:pPr>
            <a:lnSpc>
              <a:spcPct val="100000"/>
            </a:lnSpc>
            <a:defRPr b="1"/>
          </a:pPr>
          <a:r>
            <a:rPr lang="en-US"/>
            <a:t>Enhanced Customer and Employee Experience</a:t>
          </a:r>
        </a:p>
      </dgm:t>
    </dgm:pt>
    <dgm:pt modelId="{E7D928C7-4F96-48DA-AAD3-57C964AEAB82}" type="parTrans" cxnId="{AF2CBF4B-B622-4577-A1C3-38093C8BE50E}">
      <dgm:prSet/>
      <dgm:spPr/>
      <dgm:t>
        <a:bodyPr/>
        <a:lstStyle/>
        <a:p>
          <a:endParaRPr lang="en-US"/>
        </a:p>
      </dgm:t>
    </dgm:pt>
    <dgm:pt modelId="{EC497A4A-BBBC-4FE0-BBCE-DE571DF04965}" type="sibTrans" cxnId="{AF2CBF4B-B622-4577-A1C3-38093C8BE50E}">
      <dgm:prSet/>
      <dgm:spPr/>
      <dgm:t>
        <a:bodyPr/>
        <a:lstStyle/>
        <a:p>
          <a:endParaRPr lang="en-US"/>
        </a:p>
      </dgm:t>
    </dgm:pt>
    <dgm:pt modelId="{4430AFF1-6FC8-4EA2-BB9E-B77799C66C7C}">
      <dgm:prSet/>
      <dgm:spPr/>
      <dgm:t>
        <a:bodyPr/>
        <a:lstStyle/>
        <a:p>
          <a:pPr>
            <a:lnSpc>
              <a:spcPct val="100000"/>
            </a:lnSpc>
          </a:pPr>
          <a:r>
            <a:rPr lang="en-US"/>
            <a:t>Operational and employee benefits work together to improve overall experience for both customers and staff.</a:t>
          </a:r>
        </a:p>
      </dgm:t>
    </dgm:pt>
    <dgm:pt modelId="{D1ED0CE0-1B9B-4354-A2C0-69745F0DBE53}" type="parTrans" cxnId="{12F038F3-C7B6-4D32-A799-5AB1A773C095}">
      <dgm:prSet/>
      <dgm:spPr/>
      <dgm:t>
        <a:bodyPr/>
        <a:lstStyle/>
        <a:p>
          <a:endParaRPr lang="en-US"/>
        </a:p>
      </dgm:t>
    </dgm:pt>
    <dgm:pt modelId="{FDCE8746-87F1-4BAC-9A42-8E5F01008917}" type="sibTrans" cxnId="{12F038F3-C7B6-4D32-A799-5AB1A773C095}">
      <dgm:prSet/>
      <dgm:spPr/>
      <dgm:t>
        <a:bodyPr/>
        <a:lstStyle/>
        <a:p>
          <a:endParaRPr lang="en-US"/>
        </a:p>
      </dgm:t>
    </dgm:pt>
    <dgm:pt modelId="{31BEF1EE-5CF4-485D-B0CC-744FCE08E928}" type="pres">
      <dgm:prSet presAssocID="{41D28689-59AE-42DC-9CEF-A1E888E0525A}" presName="Name0" presStyleCnt="0">
        <dgm:presLayoutVars>
          <dgm:dir/>
          <dgm:resizeHandles val="exact"/>
        </dgm:presLayoutVars>
      </dgm:prSet>
      <dgm:spPr/>
    </dgm:pt>
    <dgm:pt modelId="{5F1DA9E2-090C-4FD3-AEC1-823627A287F2}" type="pres">
      <dgm:prSet presAssocID="{0D0BA03C-7B1F-40D8-930A-165B4F50C7B3}" presName="compNode" presStyleCnt="0"/>
      <dgm:spPr/>
    </dgm:pt>
    <dgm:pt modelId="{F087051A-C93A-4C99-9D62-8615FEF15D76}" type="pres">
      <dgm:prSet presAssocID="{0D0BA03C-7B1F-40D8-930A-165B4F50C7B3}" presName="pictRect" presStyleLbl="revTx" presStyleIdx="0" presStyleCnt="6">
        <dgm:presLayoutVars>
          <dgm:chMax val="0"/>
          <dgm:bulletEnabled/>
        </dgm:presLayoutVars>
      </dgm:prSet>
      <dgm:spPr/>
    </dgm:pt>
    <dgm:pt modelId="{04072A37-F380-4262-8A1E-7E89EB0C612B}" type="pres">
      <dgm:prSet presAssocID="{0D0BA03C-7B1F-40D8-930A-165B4F50C7B3}" presName="textRect" presStyleLbl="revTx" presStyleIdx="1" presStyleCnt="6">
        <dgm:presLayoutVars>
          <dgm:bulletEnabled/>
        </dgm:presLayoutVars>
      </dgm:prSet>
      <dgm:spPr/>
    </dgm:pt>
    <dgm:pt modelId="{35E4F525-C17F-47F5-9D08-CDE9CCEFA358}" type="pres">
      <dgm:prSet presAssocID="{797CDC74-7E89-4CD2-8294-50D747D134B8}" presName="sibTrans" presStyleLbl="sibTrans2D1" presStyleIdx="0" presStyleCnt="0"/>
      <dgm:spPr/>
    </dgm:pt>
    <dgm:pt modelId="{8A2959B2-E928-4889-B22E-1896698ED7EE}" type="pres">
      <dgm:prSet presAssocID="{BBE15B6D-E5C7-4D58-9FC8-F16CAFB9DC52}" presName="compNode" presStyleCnt="0"/>
      <dgm:spPr/>
    </dgm:pt>
    <dgm:pt modelId="{3B5AE8F4-F362-4154-AD60-843D06BE32CE}" type="pres">
      <dgm:prSet presAssocID="{BBE15B6D-E5C7-4D58-9FC8-F16CAFB9DC52}" presName="pictRect" presStyleLbl="revTx" presStyleIdx="2" presStyleCnt="6">
        <dgm:presLayoutVars>
          <dgm:chMax val="0"/>
          <dgm:bulletEnabled/>
        </dgm:presLayoutVars>
      </dgm:prSet>
      <dgm:spPr/>
    </dgm:pt>
    <dgm:pt modelId="{9E711ED1-7F77-4D3A-8321-9BC768E6D4B6}" type="pres">
      <dgm:prSet presAssocID="{BBE15B6D-E5C7-4D58-9FC8-F16CAFB9DC52}" presName="textRect" presStyleLbl="revTx" presStyleIdx="3" presStyleCnt="6">
        <dgm:presLayoutVars>
          <dgm:bulletEnabled/>
        </dgm:presLayoutVars>
      </dgm:prSet>
      <dgm:spPr/>
    </dgm:pt>
    <dgm:pt modelId="{4FAD165A-353C-4D90-9203-73012C0C642D}" type="pres">
      <dgm:prSet presAssocID="{0E905A52-4C66-42B7-950C-90AFAADC0CD1}" presName="sibTrans" presStyleLbl="sibTrans2D1" presStyleIdx="0" presStyleCnt="0"/>
      <dgm:spPr/>
    </dgm:pt>
    <dgm:pt modelId="{8A97F0A9-FAD8-4538-9B24-11099EBA5BAE}" type="pres">
      <dgm:prSet presAssocID="{F90FFAA1-9C1A-4FF1-AC69-70F261C6BC01}" presName="compNode" presStyleCnt="0"/>
      <dgm:spPr/>
    </dgm:pt>
    <dgm:pt modelId="{CFE8754C-457F-4419-9A01-1560B3311225}" type="pres">
      <dgm:prSet presAssocID="{F90FFAA1-9C1A-4FF1-AC69-70F261C6BC01}" presName="pictRect" presStyleLbl="revTx" presStyleIdx="4" presStyleCnt="6">
        <dgm:presLayoutVars>
          <dgm:chMax val="0"/>
          <dgm:bulletEnabled/>
        </dgm:presLayoutVars>
      </dgm:prSet>
      <dgm:spPr/>
    </dgm:pt>
    <dgm:pt modelId="{45B08E6F-CB59-4F32-A0AA-BF22D914EDB8}" type="pres">
      <dgm:prSet presAssocID="{F90FFAA1-9C1A-4FF1-AC69-70F261C6BC01}" presName="textRect" presStyleLbl="revTx" presStyleIdx="5" presStyleCnt="6">
        <dgm:presLayoutVars>
          <dgm:bulletEnabled/>
        </dgm:presLayoutVars>
      </dgm:prSet>
      <dgm:spPr/>
    </dgm:pt>
  </dgm:ptLst>
  <dgm:cxnLst>
    <dgm:cxn modelId="{81421D02-AB73-43F5-B29F-8B861641C67B}" type="presOf" srcId="{BBE15B6D-E5C7-4D58-9FC8-F16CAFB9DC52}" destId="{3B5AE8F4-F362-4154-AD60-843D06BE32CE}" srcOrd="0" destOrd="0" presId="urn:microsoft.com/office/officeart/2024/3/layout/hArchList1"/>
    <dgm:cxn modelId="{A516EB09-BF97-4AB1-90E0-92F85902AA45}" srcId="{BBE15B6D-E5C7-4D58-9FC8-F16CAFB9DC52}" destId="{D876A334-D240-4BD1-8747-2FA42B6B62CF}" srcOrd="0" destOrd="0" parTransId="{BBBC7097-7275-455E-8549-AB41086F3279}" sibTransId="{DC59796C-9575-4D7F-9F1E-F7459D5EED54}"/>
    <dgm:cxn modelId="{96D82719-E211-45C1-9C1D-5409C96CB8D7}" type="presOf" srcId="{0D0BA03C-7B1F-40D8-930A-165B4F50C7B3}" destId="{F087051A-C93A-4C99-9D62-8615FEF15D76}" srcOrd="0" destOrd="0" presId="urn:microsoft.com/office/officeart/2024/3/layout/hArchList1"/>
    <dgm:cxn modelId="{98B7A630-A64E-4B36-8DEE-573C252E9766}" srcId="{0D0BA03C-7B1F-40D8-930A-165B4F50C7B3}" destId="{515F1581-83F1-467C-83F2-176449D6D4D5}" srcOrd="0" destOrd="0" parTransId="{09D7D21F-89BC-43E8-840B-7B2114B8E7F1}" sibTransId="{4ADD55C2-F27E-4445-A03D-92606198A7F8}"/>
    <dgm:cxn modelId="{36FCA064-6551-4095-B2D7-A29956100C8C}" type="presOf" srcId="{515F1581-83F1-467C-83F2-176449D6D4D5}" destId="{04072A37-F380-4262-8A1E-7E89EB0C612B}" srcOrd="0" destOrd="0" presId="urn:microsoft.com/office/officeart/2024/3/layout/hArchList1"/>
    <dgm:cxn modelId="{AF2CBF4B-B622-4577-A1C3-38093C8BE50E}" srcId="{41D28689-59AE-42DC-9CEF-A1E888E0525A}" destId="{F90FFAA1-9C1A-4FF1-AC69-70F261C6BC01}" srcOrd="2" destOrd="0" parTransId="{E7D928C7-4F96-48DA-AAD3-57C964AEAB82}" sibTransId="{EC497A4A-BBBC-4FE0-BBCE-DE571DF04965}"/>
    <dgm:cxn modelId="{4DC2A94D-C98C-45AA-A397-AE55FC87BD40}" type="presOf" srcId="{4430AFF1-6FC8-4EA2-BB9E-B77799C66C7C}" destId="{45B08E6F-CB59-4F32-A0AA-BF22D914EDB8}" srcOrd="0" destOrd="0" presId="urn:microsoft.com/office/officeart/2024/3/layout/hArchList1"/>
    <dgm:cxn modelId="{0297D64E-8CEF-44DC-9335-D4DBF1FEF5AA}" type="presOf" srcId="{797CDC74-7E89-4CD2-8294-50D747D134B8}" destId="{35E4F525-C17F-47F5-9D08-CDE9CCEFA358}" srcOrd="0" destOrd="0" presId="urn:microsoft.com/office/officeart/2024/3/layout/hArchList1"/>
    <dgm:cxn modelId="{7D64FE8A-068C-4DBF-AC71-3B80BCF1484D}" type="presOf" srcId="{41D28689-59AE-42DC-9CEF-A1E888E0525A}" destId="{31BEF1EE-5CF4-485D-B0CC-744FCE08E928}" srcOrd="0" destOrd="0" presId="urn:microsoft.com/office/officeart/2024/3/layout/hArchList1"/>
    <dgm:cxn modelId="{9931C395-EACC-4E41-99C1-4C4FF8D2579A}" type="presOf" srcId="{0E905A52-4C66-42B7-950C-90AFAADC0CD1}" destId="{4FAD165A-353C-4D90-9203-73012C0C642D}" srcOrd="0" destOrd="0" presId="urn:microsoft.com/office/officeart/2024/3/layout/hArchList1"/>
    <dgm:cxn modelId="{4A46F4B4-81EC-4508-A86E-86DB5304369C}" srcId="{41D28689-59AE-42DC-9CEF-A1E888E0525A}" destId="{0D0BA03C-7B1F-40D8-930A-165B4F50C7B3}" srcOrd="0" destOrd="0" parTransId="{28A77A28-96FF-4B28-992B-DBE6FAE83EF6}" sibTransId="{797CDC74-7E89-4CD2-8294-50D747D134B8}"/>
    <dgm:cxn modelId="{93C9B1B9-5428-4EDC-8659-B34E73E4C81E}" type="presOf" srcId="{F90FFAA1-9C1A-4FF1-AC69-70F261C6BC01}" destId="{CFE8754C-457F-4419-9A01-1560B3311225}" srcOrd="0" destOrd="0" presId="urn:microsoft.com/office/officeart/2024/3/layout/hArchList1"/>
    <dgm:cxn modelId="{8982BBC3-5332-40A5-B862-81D66C400F77}" type="presOf" srcId="{D876A334-D240-4BD1-8747-2FA42B6B62CF}" destId="{9E711ED1-7F77-4D3A-8321-9BC768E6D4B6}" srcOrd="0" destOrd="0" presId="urn:microsoft.com/office/officeart/2024/3/layout/hArchList1"/>
    <dgm:cxn modelId="{D98979E8-FCCD-41DE-B3A3-9393C54F4F0E}" srcId="{41D28689-59AE-42DC-9CEF-A1E888E0525A}" destId="{BBE15B6D-E5C7-4D58-9FC8-F16CAFB9DC52}" srcOrd="1" destOrd="0" parTransId="{36A95EEF-AD51-43BD-9D9C-35C61192F0D0}" sibTransId="{0E905A52-4C66-42B7-950C-90AFAADC0CD1}"/>
    <dgm:cxn modelId="{12F038F3-C7B6-4D32-A799-5AB1A773C095}" srcId="{F90FFAA1-9C1A-4FF1-AC69-70F261C6BC01}" destId="{4430AFF1-6FC8-4EA2-BB9E-B77799C66C7C}" srcOrd="0" destOrd="0" parTransId="{D1ED0CE0-1B9B-4354-A2C0-69745F0DBE53}" sibTransId="{FDCE8746-87F1-4BAC-9A42-8E5F01008917}"/>
    <dgm:cxn modelId="{032FD1E9-E9CC-42E0-85DB-C2484D9D087E}" type="presParOf" srcId="{31BEF1EE-5CF4-485D-B0CC-744FCE08E928}" destId="{5F1DA9E2-090C-4FD3-AEC1-823627A287F2}" srcOrd="0" destOrd="0" presId="urn:microsoft.com/office/officeart/2024/3/layout/hArchList1"/>
    <dgm:cxn modelId="{C6835B40-381F-422B-9B4A-0E62D8B02EB4}" type="presParOf" srcId="{5F1DA9E2-090C-4FD3-AEC1-823627A287F2}" destId="{F087051A-C93A-4C99-9D62-8615FEF15D76}" srcOrd="0" destOrd="0" presId="urn:microsoft.com/office/officeart/2024/3/layout/hArchList1"/>
    <dgm:cxn modelId="{DA297FF4-3FB0-4900-9E9B-9368D3D880BD}" type="presParOf" srcId="{5F1DA9E2-090C-4FD3-AEC1-823627A287F2}" destId="{04072A37-F380-4262-8A1E-7E89EB0C612B}" srcOrd="1" destOrd="0" presId="urn:microsoft.com/office/officeart/2024/3/layout/hArchList1"/>
    <dgm:cxn modelId="{333E2D00-6CE4-49C2-9D91-C4DCE9F59BD7}" type="presParOf" srcId="{31BEF1EE-5CF4-485D-B0CC-744FCE08E928}" destId="{35E4F525-C17F-47F5-9D08-CDE9CCEFA358}" srcOrd="1" destOrd="0" presId="urn:microsoft.com/office/officeart/2024/3/layout/hArchList1"/>
    <dgm:cxn modelId="{7D9A738C-2421-4F36-BA47-0A488B5DFCA7}" type="presParOf" srcId="{31BEF1EE-5CF4-485D-B0CC-744FCE08E928}" destId="{8A2959B2-E928-4889-B22E-1896698ED7EE}" srcOrd="2" destOrd="0" presId="urn:microsoft.com/office/officeart/2024/3/layout/hArchList1"/>
    <dgm:cxn modelId="{AC0FF859-AC7A-4259-8EE6-A807E560D91A}" type="presParOf" srcId="{8A2959B2-E928-4889-B22E-1896698ED7EE}" destId="{3B5AE8F4-F362-4154-AD60-843D06BE32CE}" srcOrd="0" destOrd="0" presId="urn:microsoft.com/office/officeart/2024/3/layout/hArchList1"/>
    <dgm:cxn modelId="{5295049A-BFE3-4464-ADAF-42CC0473B00D}" type="presParOf" srcId="{8A2959B2-E928-4889-B22E-1896698ED7EE}" destId="{9E711ED1-7F77-4D3A-8321-9BC768E6D4B6}" srcOrd="1" destOrd="0" presId="urn:microsoft.com/office/officeart/2024/3/layout/hArchList1"/>
    <dgm:cxn modelId="{EDF9574D-288B-404C-888D-86D402D7DE48}" type="presParOf" srcId="{31BEF1EE-5CF4-485D-B0CC-744FCE08E928}" destId="{4FAD165A-353C-4D90-9203-73012C0C642D}" srcOrd="3" destOrd="0" presId="urn:microsoft.com/office/officeart/2024/3/layout/hArchList1"/>
    <dgm:cxn modelId="{4B8E7CD4-7187-4B46-88F6-DBD4E004C122}" type="presParOf" srcId="{31BEF1EE-5CF4-485D-B0CC-744FCE08E928}" destId="{8A97F0A9-FAD8-4538-9B24-11099EBA5BAE}" srcOrd="4" destOrd="0" presId="urn:microsoft.com/office/officeart/2024/3/layout/hArchList1"/>
    <dgm:cxn modelId="{F3556CAB-7658-44F5-AE94-DFFCB9D67BF5}" type="presParOf" srcId="{8A97F0A9-FAD8-4538-9B24-11099EBA5BAE}" destId="{CFE8754C-457F-4419-9A01-1560B3311225}" srcOrd="0" destOrd="0" presId="urn:microsoft.com/office/officeart/2024/3/layout/hArchList1"/>
    <dgm:cxn modelId="{9D5FD0BC-0402-4052-96BA-66B44E2C1CA3}" type="presParOf" srcId="{8A97F0A9-FAD8-4538-9B24-11099EBA5BAE}" destId="{45B08E6F-CB59-4F32-A0AA-BF22D914EDB8}"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10520681-D3B1-4BA2-9B8A-446DD17C8606}"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FABAE6D8-CD94-43AF-A71F-98BBABD179C0}">
      <dgm:prSet/>
      <dgm:spPr/>
      <dgm:t>
        <a:bodyPr/>
        <a:lstStyle/>
        <a:p>
          <a:pPr>
            <a:lnSpc>
              <a:spcPct val="100000"/>
            </a:lnSpc>
            <a:defRPr b="1"/>
          </a:pPr>
          <a:r>
            <a:rPr lang="en-US" dirty="0"/>
            <a:t>Increased Transaction Volume</a:t>
          </a:r>
        </a:p>
      </dgm:t>
    </dgm:pt>
    <dgm:pt modelId="{E77677E1-A48C-4DC9-B05A-8A3175688FD9}" type="parTrans" cxnId="{711B2EA7-9792-462D-A229-3C60F5881A9D}">
      <dgm:prSet/>
      <dgm:spPr/>
      <dgm:t>
        <a:bodyPr/>
        <a:lstStyle/>
        <a:p>
          <a:endParaRPr lang="en-US"/>
        </a:p>
      </dgm:t>
    </dgm:pt>
    <dgm:pt modelId="{EB57CF8E-92BD-4220-AB0F-150CE92D982F}" type="sibTrans" cxnId="{711B2EA7-9792-462D-A229-3C60F5881A9D}">
      <dgm:prSet/>
      <dgm:spPr/>
      <dgm:t>
        <a:bodyPr/>
        <a:lstStyle/>
        <a:p>
          <a:pPr>
            <a:lnSpc>
              <a:spcPct val="100000"/>
            </a:lnSpc>
            <a:defRPr b="1"/>
          </a:pPr>
          <a:endParaRPr lang="en-US"/>
        </a:p>
      </dgm:t>
    </dgm:pt>
    <dgm:pt modelId="{617AC94B-ED01-4844-8A2A-A10118B06995}">
      <dgm:prSet/>
      <dgm:spPr/>
      <dgm:t>
        <a:bodyPr/>
        <a:lstStyle/>
        <a:p>
          <a:pPr>
            <a:lnSpc>
              <a:spcPct val="100000"/>
            </a:lnSpc>
          </a:pPr>
          <a:r>
            <a:rPr lang="en-US"/>
            <a:t>Improved speed is projected to boost daily transaction volume by about 12 percent, enhancing revenue potential.</a:t>
          </a:r>
        </a:p>
      </dgm:t>
    </dgm:pt>
    <dgm:pt modelId="{0891F546-0C3B-4F24-9D49-F002077E19D6}" type="parTrans" cxnId="{0AAC6136-FFBA-4BE3-913D-C1AFCAF930D4}">
      <dgm:prSet/>
      <dgm:spPr/>
      <dgm:t>
        <a:bodyPr/>
        <a:lstStyle/>
        <a:p>
          <a:endParaRPr lang="en-US"/>
        </a:p>
      </dgm:t>
    </dgm:pt>
    <dgm:pt modelId="{4A3B1A8F-4B02-4C5E-A4AE-3561E3421D92}" type="sibTrans" cxnId="{0AAC6136-FFBA-4BE3-913D-C1AFCAF930D4}">
      <dgm:prSet/>
      <dgm:spPr/>
      <dgm:t>
        <a:bodyPr/>
        <a:lstStyle/>
        <a:p>
          <a:endParaRPr lang="en-US"/>
        </a:p>
      </dgm:t>
    </dgm:pt>
    <dgm:pt modelId="{29F4E28A-94E1-47B5-A597-A2240670C2E0}">
      <dgm:prSet/>
      <dgm:spPr/>
      <dgm:t>
        <a:bodyPr/>
        <a:lstStyle/>
        <a:p>
          <a:pPr>
            <a:lnSpc>
              <a:spcPct val="100000"/>
            </a:lnSpc>
            <a:defRPr b="1"/>
          </a:pPr>
          <a:r>
            <a:rPr lang="en-US" dirty="0"/>
            <a:t>Investment Payback Period</a:t>
          </a:r>
        </a:p>
      </dgm:t>
    </dgm:pt>
    <dgm:pt modelId="{1FF0C419-29AE-4937-9DA9-FA916382D099}" type="parTrans" cxnId="{F2FA5646-8E26-4AA2-A30A-1107B8DFE348}">
      <dgm:prSet/>
      <dgm:spPr/>
      <dgm:t>
        <a:bodyPr/>
        <a:lstStyle/>
        <a:p>
          <a:endParaRPr lang="en-US"/>
        </a:p>
      </dgm:t>
    </dgm:pt>
    <dgm:pt modelId="{77D5FBEC-A1C7-41C5-A432-267B927F9A67}" type="sibTrans" cxnId="{F2FA5646-8E26-4AA2-A30A-1107B8DFE348}">
      <dgm:prSet/>
      <dgm:spPr/>
      <dgm:t>
        <a:bodyPr/>
        <a:lstStyle/>
        <a:p>
          <a:pPr>
            <a:lnSpc>
              <a:spcPct val="100000"/>
            </a:lnSpc>
            <a:defRPr b="1"/>
          </a:pPr>
          <a:endParaRPr lang="en-US"/>
        </a:p>
      </dgm:t>
    </dgm:pt>
    <dgm:pt modelId="{EF651E80-819D-4855-8862-4C4657863E36}">
      <dgm:prSet/>
      <dgm:spPr/>
      <dgm:t>
        <a:bodyPr/>
        <a:lstStyle/>
        <a:p>
          <a:pPr>
            <a:lnSpc>
              <a:spcPct val="100000"/>
            </a:lnSpc>
          </a:pPr>
          <a:r>
            <a:rPr lang="en-US"/>
            <a:t>A $15,000 investment is expected to pay back within six months, even with conservative estimates.</a:t>
          </a:r>
        </a:p>
      </dgm:t>
    </dgm:pt>
    <dgm:pt modelId="{F302CD18-9539-407F-81F0-E11526C85504}" type="parTrans" cxnId="{57848480-BA2B-4D58-AEFA-BC68992E753F}">
      <dgm:prSet/>
      <dgm:spPr/>
      <dgm:t>
        <a:bodyPr/>
        <a:lstStyle/>
        <a:p>
          <a:endParaRPr lang="en-US"/>
        </a:p>
      </dgm:t>
    </dgm:pt>
    <dgm:pt modelId="{46102B2F-8385-43CE-8E92-47035FD4A508}" type="sibTrans" cxnId="{57848480-BA2B-4D58-AEFA-BC68992E753F}">
      <dgm:prSet/>
      <dgm:spPr/>
      <dgm:t>
        <a:bodyPr/>
        <a:lstStyle/>
        <a:p>
          <a:endParaRPr lang="en-US"/>
        </a:p>
      </dgm:t>
    </dgm:pt>
    <dgm:pt modelId="{08B0702B-5014-421E-8DDA-633B3CA4EA33}">
      <dgm:prSet/>
      <dgm:spPr/>
      <dgm:t>
        <a:bodyPr/>
        <a:lstStyle/>
        <a:p>
          <a:pPr>
            <a:lnSpc>
              <a:spcPct val="100000"/>
            </a:lnSpc>
            <a:defRPr b="1"/>
          </a:pPr>
          <a:r>
            <a:rPr lang="en-US"/>
            <a:t>Risk and Sensitivity Analysis</a:t>
          </a:r>
        </a:p>
      </dgm:t>
    </dgm:pt>
    <dgm:pt modelId="{FC1F3E70-E381-4C9F-BDB2-BC9046B27E52}" type="parTrans" cxnId="{00BDFC19-F759-4278-B2F3-A3C11E69EF71}">
      <dgm:prSet/>
      <dgm:spPr/>
      <dgm:t>
        <a:bodyPr/>
        <a:lstStyle/>
        <a:p>
          <a:endParaRPr lang="en-US"/>
        </a:p>
      </dgm:t>
    </dgm:pt>
    <dgm:pt modelId="{BB2C1953-5A2A-420D-A805-C4BCADDBE576}" type="sibTrans" cxnId="{00BDFC19-F759-4278-B2F3-A3C11E69EF71}">
      <dgm:prSet/>
      <dgm:spPr/>
      <dgm:t>
        <a:bodyPr/>
        <a:lstStyle/>
        <a:p>
          <a:endParaRPr lang="en-US"/>
        </a:p>
      </dgm:t>
    </dgm:pt>
    <dgm:pt modelId="{AF2CE793-9587-4D76-B354-862277103D2C}">
      <dgm:prSet/>
      <dgm:spPr/>
      <dgm:t>
        <a:bodyPr/>
        <a:lstStyle/>
        <a:p>
          <a:pPr>
            <a:lnSpc>
              <a:spcPct val="100000"/>
            </a:lnSpc>
          </a:pPr>
          <a:r>
            <a:rPr lang="en-US" dirty="0"/>
            <a:t>Demand variability and adoption challenges pose risks, but downside risk remains limited compared to potential gains.</a:t>
          </a:r>
        </a:p>
      </dgm:t>
    </dgm:pt>
    <dgm:pt modelId="{0DF0039C-9402-4366-B7CE-8EC3F323DD77}" type="parTrans" cxnId="{9B6AD1CB-7EEC-4AA8-BD0D-4223C38D8887}">
      <dgm:prSet/>
      <dgm:spPr/>
      <dgm:t>
        <a:bodyPr/>
        <a:lstStyle/>
        <a:p>
          <a:endParaRPr lang="en-US"/>
        </a:p>
      </dgm:t>
    </dgm:pt>
    <dgm:pt modelId="{FAB233DD-2124-4B5C-A654-138C85F4ABC3}" type="sibTrans" cxnId="{9B6AD1CB-7EEC-4AA8-BD0D-4223C38D8887}">
      <dgm:prSet/>
      <dgm:spPr/>
      <dgm:t>
        <a:bodyPr/>
        <a:lstStyle/>
        <a:p>
          <a:endParaRPr lang="en-US"/>
        </a:p>
      </dgm:t>
    </dgm:pt>
    <dgm:pt modelId="{D910EF66-F419-49E7-B24F-B84ADB1C1E96}" type="pres">
      <dgm:prSet presAssocID="{10520681-D3B1-4BA2-9B8A-446DD17C8606}" presName="Name0" presStyleCnt="0">
        <dgm:presLayoutVars>
          <dgm:dir/>
          <dgm:resizeHandles val="exact"/>
        </dgm:presLayoutVars>
      </dgm:prSet>
      <dgm:spPr/>
    </dgm:pt>
    <dgm:pt modelId="{0B3B893A-40D4-4BD4-9A42-DEC5C96F91A3}" type="pres">
      <dgm:prSet presAssocID="{FABAE6D8-CD94-43AF-A71F-98BBABD179C0}" presName="compNode" presStyleCnt="0"/>
      <dgm:spPr/>
    </dgm:pt>
    <dgm:pt modelId="{BF72E3C0-A73B-4FED-9DC6-89E4DBA49954}" type="pres">
      <dgm:prSet presAssocID="{FABAE6D8-CD94-43AF-A71F-98BBABD179C0}" presName="pictRect" presStyleLbl="revTx" presStyleIdx="0" presStyleCnt="6">
        <dgm:presLayoutVars>
          <dgm:chMax val="0"/>
          <dgm:bulletEnabled/>
        </dgm:presLayoutVars>
      </dgm:prSet>
      <dgm:spPr/>
    </dgm:pt>
    <dgm:pt modelId="{0C713CAE-EE00-4C33-BF02-920334E77DA5}" type="pres">
      <dgm:prSet presAssocID="{FABAE6D8-CD94-43AF-A71F-98BBABD179C0}" presName="textRect" presStyleLbl="revTx" presStyleIdx="1" presStyleCnt="6">
        <dgm:presLayoutVars>
          <dgm:bulletEnabled/>
        </dgm:presLayoutVars>
      </dgm:prSet>
      <dgm:spPr/>
    </dgm:pt>
    <dgm:pt modelId="{64573619-F97A-450A-A05F-2A5AA19298DD}" type="pres">
      <dgm:prSet presAssocID="{EB57CF8E-92BD-4220-AB0F-150CE92D982F}" presName="sibTrans" presStyleLbl="sibTrans2D1" presStyleIdx="0" presStyleCnt="0"/>
      <dgm:spPr/>
    </dgm:pt>
    <dgm:pt modelId="{47A36197-CFA0-47E1-8267-8631D04A6C9A}" type="pres">
      <dgm:prSet presAssocID="{29F4E28A-94E1-47B5-A597-A2240670C2E0}" presName="compNode" presStyleCnt="0"/>
      <dgm:spPr/>
    </dgm:pt>
    <dgm:pt modelId="{9A66E839-769E-484E-8536-A358A6053498}" type="pres">
      <dgm:prSet presAssocID="{29F4E28A-94E1-47B5-A597-A2240670C2E0}" presName="pictRect" presStyleLbl="revTx" presStyleIdx="2" presStyleCnt="6">
        <dgm:presLayoutVars>
          <dgm:chMax val="0"/>
          <dgm:bulletEnabled/>
        </dgm:presLayoutVars>
      </dgm:prSet>
      <dgm:spPr/>
    </dgm:pt>
    <dgm:pt modelId="{51E9C5C9-863D-4D5D-AB3F-FA1F0111970F}" type="pres">
      <dgm:prSet presAssocID="{29F4E28A-94E1-47B5-A597-A2240670C2E0}" presName="textRect" presStyleLbl="revTx" presStyleIdx="3" presStyleCnt="6">
        <dgm:presLayoutVars>
          <dgm:bulletEnabled/>
        </dgm:presLayoutVars>
      </dgm:prSet>
      <dgm:spPr/>
    </dgm:pt>
    <dgm:pt modelId="{19BCB1D1-1772-4F11-909E-19B6CFD7C61C}" type="pres">
      <dgm:prSet presAssocID="{77D5FBEC-A1C7-41C5-A432-267B927F9A67}" presName="sibTrans" presStyleLbl="sibTrans2D1" presStyleIdx="0" presStyleCnt="0"/>
      <dgm:spPr/>
    </dgm:pt>
    <dgm:pt modelId="{8E9A82E5-E8E5-4F9B-B371-0CED1975B29E}" type="pres">
      <dgm:prSet presAssocID="{08B0702B-5014-421E-8DDA-633B3CA4EA33}" presName="compNode" presStyleCnt="0"/>
      <dgm:spPr/>
    </dgm:pt>
    <dgm:pt modelId="{6799033F-27C5-4E43-A3E5-6FC83D57D0CD}" type="pres">
      <dgm:prSet presAssocID="{08B0702B-5014-421E-8DDA-633B3CA4EA33}" presName="pictRect" presStyleLbl="revTx" presStyleIdx="4" presStyleCnt="6">
        <dgm:presLayoutVars>
          <dgm:chMax val="0"/>
          <dgm:bulletEnabled/>
        </dgm:presLayoutVars>
      </dgm:prSet>
      <dgm:spPr/>
    </dgm:pt>
    <dgm:pt modelId="{CCF81440-4124-41C3-B186-610409A01536}" type="pres">
      <dgm:prSet presAssocID="{08B0702B-5014-421E-8DDA-633B3CA4EA33}" presName="textRect" presStyleLbl="revTx" presStyleIdx="5" presStyleCnt="6">
        <dgm:presLayoutVars>
          <dgm:bulletEnabled/>
        </dgm:presLayoutVars>
      </dgm:prSet>
      <dgm:spPr/>
    </dgm:pt>
  </dgm:ptLst>
  <dgm:cxnLst>
    <dgm:cxn modelId="{00BDFC19-F759-4278-B2F3-A3C11E69EF71}" srcId="{10520681-D3B1-4BA2-9B8A-446DD17C8606}" destId="{08B0702B-5014-421E-8DDA-633B3CA4EA33}" srcOrd="2" destOrd="0" parTransId="{FC1F3E70-E381-4C9F-BDB2-BC9046B27E52}" sibTransId="{BB2C1953-5A2A-420D-A805-C4BCADDBE576}"/>
    <dgm:cxn modelId="{0AAC6136-FFBA-4BE3-913D-C1AFCAF930D4}" srcId="{FABAE6D8-CD94-43AF-A71F-98BBABD179C0}" destId="{617AC94B-ED01-4844-8A2A-A10118B06995}" srcOrd="0" destOrd="0" parTransId="{0891F546-0C3B-4F24-9D49-F002077E19D6}" sibTransId="{4A3B1A8F-4B02-4C5E-A4AE-3561E3421D92}"/>
    <dgm:cxn modelId="{C300D63C-7158-45BF-89B5-C10F86002BBB}" type="presOf" srcId="{617AC94B-ED01-4844-8A2A-A10118B06995}" destId="{0C713CAE-EE00-4C33-BF02-920334E77DA5}" srcOrd="0" destOrd="0" presId="urn:microsoft.com/office/officeart/2024/3/layout/hArchList1"/>
    <dgm:cxn modelId="{85348043-011F-40DF-AE1C-3B13D8B4B75C}" type="presOf" srcId="{08B0702B-5014-421E-8DDA-633B3CA4EA33}" destId="{6799033F-27C5-4E43-A3E5-6FC83D57D0CD}" srcOrd="0" destOrd="0" presId="urn:microsoft.com/office/officeart/2024/3/layout/hArchList1"/>
    <dgm:cxn modelId="{F2FA5646-8E26-4AA2-A30A-1107B8DFE348}" srcId="{10520681-D3B1-4BA2-9B8A-446DD17C8606}" destId="{29F4E28A-94E1-47B5-A597-A2240670C2E0}" srcOrd="1" destOrd="0" parTransId="{1FF0C419-29AE-4937-9DA9-FA916382D099}" sibTransId="{77D5FBEC-A1C7-41C5-A432-267B927F9A67}"/>
    <dgm:cxn modelId="{7E4D7D48-7384-4E29-BBA3-6F0B85A4B56D}" type="presOf" srcId="{29F4E28A-94E1-47B5-A597-A2240670C2E0}" destId="{9A66E839-769E-484E-8536-A358A6053498}" srcOrd="0" destOrd="0" presId="urn:microsoft.com/office/officeart/2024/3/layout/hArchList1"/>
    <dgm:cxn modelId="{3A9F1F54-7839-4CF5-B2EB-B9FF44752305}" type="presOf" srcId="{FABAE6D8-CD94-43AF-A71F-98BBABD179C0}" destId="{BF72E3C0-A73B-4FED-9DC6-89E4DBA49954}" srcOrd="0" destOrd="0" presId="urn:microsoft.com/office/officeart/2024/3/layout/hArchList1"/>
    <dgm:cxn modelId="{2DE26E7C-FA88-416C-8A0F-14857E63E788}" type="presOf" srcId="{EB57CF8E-92BD-4220-AB0F-150CE92D982F}" destId="{64573619-F97A-450A-A05F-2A5AA19298DD}" srcOrd="0" destOrd="0" presId="urn:microsoft.com/office/officeart/2024/3/layout/hArchList1"/>
    <dgm:cxn modelId="{57848480-BA2B-4D58-AEFA-BC68992E753F}" srcId="{29F4E28A-94E1-47B5-A597-A2240670C2E0}" destId="{EF651E80-819D-4855-8862-4C4657863E36}" srcOrd="0" destOrd="0" parTransId="{F302CD18-9539-407F-81F0-E11526C85504}" sibTransId="{46102B2F-8385-43CE-8E92-47035FD4A508}"/>
    <dgm:cxn modelId="{711B2EA7-9792-462D-A229-3C60F5881A9D}" srcId="{10520681-D3B1-4BA2-9B8A-446DD17C8606}" destId="{FABAE6D8-CD94-43AF-A71F-98BBABD179C0}" srcOrd="0" destOrd="0" parTransId="{E77677E1-A48C-4DC9-B05A-8A3175688FD9}" sibTransId="{EB57CF8E-92BD-4220-AB0F-150CE92D982F}"/>
    <dgm:cxn modelId="{0BB583A8-2CCC-4266-BE9D-5E703E14E0DD}" type="presOf" srcId="{10520681-D3B1-4BA2-9B8A-446DD17C8606}" destId="{D910EF66-F419-49E7-B24F-B84ADB1C1E96}" srcOrd="0" destOrd="0" presId="urn:microsoft.com/office/officeart/2024/3/layout/hArchList1"/>
    <dgm:cxn modelId="{89B35CAF-B140-42E3-9A34-BBD8089EA04D}" type="presOf" srcId="{EF651E80-819D-4855-8862-4C4657863E36}" destId="{51E9C5C9-863D-4D5D-AB3F-FA1F0111970F}" srcOrd="0" destOrd="0" presId="urn:microsoft.com/office/officeart/2024/3/layout/hArchList1"/>
    <dgm:cxn modelId="{CAC368B0-850D-4B8D-864A-9214A66B4282}" type="presOf" srcId="{AF2CE793-9587-4D76-B354-862277103D2C}" destId="{CCF81440-4124-41C3-B186-610409A01536}" srcOrd="0" destOrd="0" presId="urn:microsoft.com/office/officeart/2024/3/layout/hArchList1"/>
    <dgm:cxn modelId="{9B6AD1CB-7EEC-4AA8-BD0D-4223C38D8887}" srcId="{08B0702B-5014-421E-8DDA-633B3CA4EA33}" destId="{AF2CE793-9587-4D76-B354-862277103D2C}" srcOrd="0" destOrd="0" parTransId="{0DF0039C-9402-4366-B7CE-8EC3F323DD77}" sibTransId="{FAB233DD-2124-4B5C-A654-138C85F4ABC3}"/>
    <dgm:cxn modelId="{1179FAD2-2866-4B15-A421-8B748970EC61}" type="presOf" srcId="{77D5FBEC-A1C7-41C5-A432-267B927F9A67}" destId="{19BCB1D1-1772-4F11-909E-19B6CFD7C61C}" srcOrd="0" destOrd="0" presId="urn:microsoft.com/office/officeart/2024/3/layout/hArchList1"/>
    <dgm:cxn modelId="{4BB9B375-9D93-4AB6-AC5B-057614908F9A}" type="presParOf" srcId="{D910EF66-F419-49E7-B24F-B84ADB1C1E96}" destId="{0B3B893A-40D4-4BD4-9A42-DEC5C96F91A3}" srcOrd="0" destOrd="0" presId="urn:microsoft.com/office/officeart/2024/3/layout/hArchList1"/>
    <dgm:cxn modelId="{EFF3B9D0-EDD0-4A4E-B92E-CA664F4DE318}" type="presParOf" srcId="{0B3B893A-40D4-4BD4-9A42-DEC5C96F91A3}" destId="{BF72E3C0-A73B-4FED-9DC6-89E4DBA49954}" srcOrd="0" destOrd="0" presId="urn:microsoft.com/office/officeart/2024/3/layout/hArchList1"/>
    <dgm:cxn modelId="{AE2CEA5A-803E-4FAE-94C9-0DF05D659B51}" type="presParOf" srcId="{0B3B893A-40D4-4BD4-9A42-DEC5C96F91A3}" destId="{0C713CAE-EE00-4C33-BF02-920334E77DA5}" srcOrd="1" destOrd="0" presId="urn:microsoft.com/office/officeart/2024/3/layout/hArchList1"/>
    <dgm:cxn modelId="{7C17A2F0-DDC4-4523-A00B-A0D24E5BFE38}" type="presParOf" srcId="{D910EF66-F419-49E7-B24F-B84ADB1C1E96}" destId="{64573619-F97A-450A-A05F-2A5AA19298DD}" srcOrd="1" destOrd="0" presId="urn:microsoft.com/office/officeart/2024/3/layout/hArchList1"/>
    <dgm:cxn modelId="{FB38E931-6754-435D-907C-9EF6E9C3F6BB}" type="presParOf" srcId="{D910EF66-F419-49E7-B24F-B84ADB1C1E96}" destId="{47A36197-CFA0-47E1-8267-8631D04A6C9A}" srcOrd="2" destOrd="0" presId="urn:microsoft.com/office/officeart/2024/3/layout/hArchList1"/>
    <dgm:cxn modelId="{C286B806-C8F1-4EB0-BAE7-3F4004C5AB30}" type="presParOf" srcId="{47A36197-CFA0-47E1-8267-8631D04A6C9A}" destId="{9A66E839-769E-484E-8536-A358A6053498}" srcOrd="0" destOrd="0" presId="urn:microsoft.com/office/officeart/2024/3/layout/hArchList1"/>
    <dgm:cxn modelId="{F707647D-1CC2-41B7-8099-9C230357E6D1}" type="presParOf" srcId="{47A36197-CFA0-47E1-8267-8631D04A6C9A}" destId="{51E9C5C9-863D-4D5D-AB3F-FA1F0111970F}" srcOrd="1" destOrd="0" presId="urn:microsoft.com/office/officeart/2024/3/layout/hArchList1"/>
    <dgm:cxn modelId="{CD01854C-3233-44D0-9E17-5C060245E76E}" type="presParOf" srcId="{D910EF66-F419-49E7-B24F-B84ADB1C1E96}" destId="{19BCB1D1-1772-4F11-909E-19B6CFD7C61C}" srcOrd="3" destOrd="0" presId="urn:microsoft.com/office/officeart/2024/3/layout/hArchList1"/>
    <dgm:cxn modelId="{3A7962D3-BC6D-4148-A300-EAD2469093C7}" type="presParOf" srcId="{D910EF66-F419-49E7-B24F-B84ADB1C1E96}" destId="{8E9A82E5-E8E5-4F9B-B371-0CED1975B29E}" srcOrd="4" destOrd="0" presId="urn:microsoft.com/office/officeart/2024/3/layout/hArchList1"/>
    <dgm:cxn modelId="{E81BEC3B-9641-4F7B-9476-B1F4F40D562D}" type="presParOf" srcId="{8E9A82E5-E8E5-4F9B-B371-0CED1975B29E}" destId="{6799033F-27C5-4E43-A3E5-6FC83D57D0CD}" srcOrd="0" destOrd="0" presId="urn:microsoft.com/office/officeart/2024/3/layout/hArchList1"/>
    <dgm:cxn modelId="{2BD0A197-4002-4F4C-9E04-BA385E2A0F1A}" type="presParOf" srcId="{8E9A82E5-E8E5-4F9B-B371-0CED1975B29E}" destId="{CCF81440-4124-41C3-B186-610409A01536}"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CEC3FDC4-3A44-4914-B918-646000F854FE}" type="doc">
      <dgm:prSet loTypeId="urn:microsoft.com/office/officeart/2024/3/layout/hArchList1" loCatId="List" qsTypeId="urn:microsoft.com/office/officeart/2005/8/quickstyle/simple1" qsCatId="simple" csTypeId="urn:microsoft.com/office/officeart/2005/8/colors/accent1_2" csCatId="accent1" phldr="1"/>
      <dgm:spPr/>
      <dgm:t>
        <a:bodyPr/>
        <a:lstStyle/>
        <a:p>
          <a:endParaRPr lang="en-US"/>
        </a:p>
      </dgm:t>
    </dgm:pt>
    <dgm:pt modelId="{7EAA7026-65F4-45E3-B532-D373F83D15D0}">
      <dgm:prSet/>
      <dgm:spPr/>
      <dgm:t>
        <a:bodyPr/>
        <a:lstStyle/>
        <a:p>
          <a:pPr>
            <a:lnSpc>
              <a:spcPct val="100000"/>
            </a:lnSpc>
            <a:defRPr b="1"/>
          </a:pPr>
          <a:r>
            <a:rPr lang="en-US"/>
            <a:t>Investment Decision</a:t>
          </a:r>
        </a:p>
      </dgm:t>
    </dgm:pt>
    <dgm:pt modelId="{357BC5D2-8FCB-41D7-BDE1-14D8121AE8BF}" type="parTrans" cxnId="{15E9B1CD-B65D-4D71-BC2F-73D4BE675E9D}">
      <dgm:prSet/>
      <dgm:spPr/>
      <dgm:t>
        <a:bodyPr/>
        <a:lstStyle/>
        <a:p>
          <a:endParaRPr lang="en-US"/>
        </a:p>
      </dgm:t>
    </dgm:pt>
    <dgm:pt modelId="{8AFFBD81-55B2-4D45-B80F-47DCB98692DC}" type="sibTrans" cxnId="{15E9B1CD-B65D-4D71-BC2F-73D4BE675E9D}">
      <dgm:prSet/>
      <dgm:spPr/>
      <dgm:t>
        <a:bodyPr/>
        <a:lstStyle/>
        <a:p>
          <a:pPr>
            <a:lnSpc>
              <a:spcPct val="100000"/>
            </a:lnSpc>
            <a:defRPr b="1"/>
          </a:pPr>
          <a:endParaRPr lang="en-US"/>
        </a:p>
      </dgm:t>
    </dgm:pt>
    <dgm:pt modelId="{B1A74AA4-1B21-46E0-9CC0-965AD053F059}">
      <dgm:prSet/>
      <dgm:spPr/>
      <dgm:t>
        <a:bodyPr/>
        <a:lstStyle/>
        <a:p>
          <a:pPr>
            <a:lnSpc>
              <a:spcPct val="100000"/>
            </a:lnSpc>
          </a:pPr>
          <a:r>
            <a:rPr lang="en-US"/>
            <a:t>Proceeding with the espresso machine investment addresses key service quality improvements based on customer feedback.</a:t>
          </a:r>
        </a:p>
      </dgm:t>
    </dgm:pt>
    <dgm:pt modelId="{49F80D97-FF4C-441F-B8AB-CC6B04C1AC63}" type="parTrans" cxnId="{A7A43526-F57E-4BDB-BEE9-FE9FCB7D83DA}">
      <dgm:prSet/>
      <dgm:spPr/>
      <dgm:t>
        <a:bodyPr/>
        <a:lstStyle/>
        <a:p>
          <a:endParaRPr lang="en-US"/>
        </a:p>
      </dgm:t>
    </dgm:pt>
    <dgm:pt modelId="{8F819A73-CC68-4DCC-9AFE-3AD4081B667D}" type="sibTrans" cxnId="{A7A43526-F57E-4BDB-BEE9-FE9FCB7D83DA}">
      <dgm:prSet/>
      <dgm:spPr/>
      <dgm:t>
        <a:bodyPr/>
        <a:lstStyle/>
        <a:p>
          <a:endParaRPr lang="en-US"/>
        </a:p>
      </dgm:t>
    </dgm:pt>
    <dgm:pt modelId="{A59F2313-DC7E-4F6C-8902-F91464B99067}">
      <dgm:prSet/>
      <dgm:spPr/>
      <dgm:t>
        <a:bodyPr/>
        <a:lstStyle/>
        <a:p>
          <a:pPr>
            <a:lnSpc>
              <a:spcPct val="100000"/>
            </a:lnSpc>
            <a:defRPr b="1"/>
          </a:pPr>
          <a:r>
            <a:rPr lang="en-US"/>
            <a:t>Customer-Centered Approach</a:t>
          </a:r>
        </a:p>
      </dgm:t>
    </dgm:pt>
    <dgm:pt modelId="{C32F5EB2-19A4-44E0-97A6-F748BA16B5AF}" type="parTrans" cxnId="{B937636C-87D8-4D1F-BB1B-46D3C802B684}">
      <dgm:prSet/>
      <dgm:spPr/>
      <dgm:t>
        <a:bodyPr/>
        <a:lstStyle/>
        <a:p>
          <a:endParaRPr lang="en-US"/>
        </a:p>
      </dgm:t>
    </dgm:pt>
    <dgm:pt modelId="{C1FBF86B-93CE-4749-89CD-63BD54D4B650}" type="sibTrans" cxnId="{B937636C-87D8-4D1F-BB1B-46D3C802B684}">
      <dgm:prSet/>
      <dgm:spPr/>
      <dgm:t>
        <a:bodyPr/>
        <a:lstStyle/>
        <a:p>
          <a:pPr>
            <a:lnSpc>
              <a:spcPct val="100000"/>
            </a:lnSpc>
            <a:defRPr b="1"/>
          </a:pPr>
          <a:endParaRPr lang="en-US"/>
        </a:p>
      </dgm:t>
    </dgm:pt>
    <dgm:pt modelId="{9148D876-A828-4E5D-836B-CCCA9F495888}">
      <dgm:prSet/>
      <dgm:spPr/>
      <dgm:t>
        <a:bodyPr/>
        <a:lstStyle/>
        <a:p>
          <a:pPr>
            <a:lnSpc>
              <a:spcPct val="100000"/>
            </a:lnSpc>
          </a:pPr>
          <a:r>
            <a:rPr lang="en-US"/>
            <a:t>The recommendation is grounded firmly in customer data focusing on the most critical service quality gap.</a:t>
          </a:r>
        </a:p>
      </dgm:t>
    </dgm:pt>
    <dgm:pt modelId="{1F89A94C-E142-4560-80F3-211FACCB4AAC}" type="parTrans" cxnId="{225366BE-2881-4C10-B212-250CED3512DC}">
      <dgm:prSet/>
      <dgm:spPr/>
      <dgm:t>
        <a:bodyPr/>
        <a:lstStyle/>
        <a:p>
          <a:endParaRPr lang="en-US"/>
        </a:p>
      </dgm:t>
    </dgm:pt>
    <dgm:pt modelId="{B3C92510-D823-4B86-A320-60F0DD775255}" type="sibTrans" cxnId="{225366BE-2881-4C10-B212-250CED3512DC}">
      <dgm:prSet/>
      <dgm:spPr/>
      <dgm:t>
        <a:bodyPr/>
        <a:lstStyle/>
        <a:p>
          <a:endParaRPr lang="en-US"/>
        </a:p>
      </dgm:t>
    </dgm:pt>
    <dgm:pt modelId="{853BE738-A963-411F-AF2F-77A1F257E7AA}">
      <dgm:prSet/>
      <dgm:spPr/>
      <dgm:t>
        <a:bodyPr/>
        <a:lstStyle/>
        <a:p>
          <a:pPr>
            <a:lnSpc>
              <a:spcPct val="100000"/>
            </a:lnSpc>
            <a:defRPr b="1"/>
          </a:pPr>
          <a:r>
            <a:rPr lang="en-US"/>
            <a:t>Competitive Advantage</a:t>
          </a:r>
        </a:p>
      </dgm:t>
    </dgm:pt>
    <dgm:pt modelId="{93D4840B-54FB-4E30-A4D8-8E454E411F7A}" type="parTrans" cxnId="{C43203A5-1357-4382-8DCA-1EA99A50294C}">
      <dgm:prSet/>
      <dgm:spPr/>
      <dgm:t>
        <a:bodyPr/>
        <a:lstStyle/>
        <a:p>
          <a:endParaRPr lang="en-US"/>
        </a:p>
      </dgm:t>
    </dgm:pt>
    <dgm:pt modelId="{C08B2D33-FE21-4C7B-A0D3-8C492E6FC21E}" type="sibTrans" cxnId="{C43203A5-1357-4382-8DCA-1EA99A50294C}">
      <dgm:prSet/>
      <dgm:spPr/>
      <dgm:t>
        <a:bodyPr/>
        <a:lstStyle/>
        <a:p>
          <a:endParaRPr lang="en-US"/>
        </a:p>
      </dgm:t>
    </dgm:pt>
    <dgm:pt modelId="{9D24898B-EFB3-470A-BC09-033340356021}">
      <dgm:prSet/>
      <dgm:spPr/>
      <dgm:t>
        <a:bodyPr/>
        <a:lstStyle/>
        <a:p>
          <a:pPr>
            <a:lnSpc>
              <a:spcPct val="100000"/>
            </a:lnSpc>
          </a:pPr>
          <a:r>
            <a:rPr lang="en-US"/>
            <a:t>This approach will strengthen BrewHaven's competitive position and support sustainable business growth.</a:t>
          </a:r>
        </a:p>
      </dgm:t>
    </dgm:pt>
    <dgm:pt modelId="{4337BB29-4796-403E-8874-AD4864837AF9}" type="parTrans" cxnId="{CB715D0B-F678-4155-8D28-CF13B2BD363B}">
      <dgm:prSet/>
      <dgm:spPr/>
      <dgm:t>
        <a:bodyPr/>
        <a:lstStyle/>
        <a:p>
          <a:endParaRPr lang="en-US"/>
        </a:p>
      </dgm:t>
    </dgm:pt>
    <dgm:pt modelId="{E387F94D-835D-4951-996D-04DC49CD2705}" type="sibTrans" cxnId="{CB715D0B-F678-4155-8D28-CF13B2BD363B}">
      <dgm:prSet/>
      <dgm:spPr/>
      <dgm:t>
        <a:bodyPr/>
        <a:lstStyle/>
        <a:p>
          <a:endParaRPr lang="en-US"/>
        </a:p>
      </dgm:t>
    </dgm:pt>
    <dgm:pt modelId="{58BA8DA1-72D4-4CB4-8741-0D7D39D0C4D9}" type="pres">
      <dgm:prSet presAssocID="{CEC3FDC4-3A44-4914-B918-646000F854FE}" presName="Name0" presStyleCnt="0">
        <dgm:presLayoutVars>
          <dgm:dir/>
          <dgm:resizeHandles val="exact"/>
        </dgm:presLayoutVars>
      </dgm:prSet>
      <dgm:spPr/>
    </dgm:pt>
    <dgm:pt modelId="{FA776B34-1EF2-4441-A284-AFC4E5435078}" type="pres">
      <dgm:prSet presAssocID="{7EAA7026-65F4-45E3-B532-D373F83D15D0}" presName="compNode" presStyleCnt="0"/>
      <dgm:spPr/>
    </dgm:pt>
    <dgm:pt modelId="{E1E44395-66F8-4B5D-9125-75373CCF666D}" type="pres">
      <dgm:prSet presAssocID="{7EAA7026-65F4-45E3-B532-D373F83D15D0}" presName="pictRect" presStyleLbl="revTx" presStyleIdx="0" presStyleCnt="6">
        <dgm:presLayoutVars>
          <dgm:chMax val="0"/>
          <dgm:bulletEnabled/>
        </dgm:presLayoutVars>
      </dgm:prSet>
      <dgm:spPr/>
    </dgm:pt>
    <dgm:pt modelId="{6C193546-A72A-4311-9880-CF0CBA7673F2}" type="pres">
      <dgm:prSet presAssocID="{7EAA7026-65F4-45E3-B532-D373F83D15D0}" presName="textRect" presStyleLbl="revTx" presStyleIdx="1" presStyleCnt="6">
        <dgm:presLayoutVars>
          <dgm:bulletEnabled/>
        </dgm:presLayoutVars>
      </dgm:prSet>
      <dgm:spPr/>
    </dgm:pt>
    <dgm:pt modelId="{2A80C15E-DFE0-4CC6-8012-43F1C80D5F99}" type="pres">
      <dgm:prSet presAssocID="{8AFFBD81-55B2-4D45-B80F-47DCB98692DC}" presName="sibTrans" presStyleLbl="sibTrans2D1" presStyleIdx="0" presStyleCnt="0"/>
      <dgm:spPr/>
    </dgm:pt>
    <dgm:pt modelId="{4A2FDD9F-C77D-48AD-A527-256FE8C0AABF}" type="pres">
      <dgm:prSet presAssocID="{A59F2313-DC7E-4F6C-8902-F91464B99067}" presName="compNode" presStyleCnt="0"/>
      <dgm:spPr/>
    </dgm:pt>
    <dgm:pt modelId="{9EAD3A2A-DE23-4118-B188-2ADFA8C3B183}" type="pres">
      <dgm:prSet presAssocID="{A59F2313-DC7E-4F6C-8902-F91464B99067}" presName="pictRect" presStyleLbl="revTx" presStyleIdx="2" presStyleCnt="6">
        <dgm:presLayoutVars>
          <dgm:chMax val="0"/>
          <dgm:bulletEnabled/>
        </dgm:presLayoutVars>
      </dgm:prSet>
      <dgm:spPr/>
    </dgm:pt>
    <dgm:pt modelId="{16BB8BB4-3879-4ABB-8701-2C32C413753C}" type="pres">
      <dgm:prSet presAssocID="{A59F2313-DC7E-4F6C-8902-F91464B99067}" presName="textRect" presStyleLbl="revTx" presStyleIdx="3" presStyleCnt="6">
        <dgm:presLayoutVars>
          <dgm:bulletEnabled/>
        </dgm:presLayoutVars>
      </dgm:prSet>
      <dgm:spPr/>
    </dgm:pt>
    <dgm:pt modelId="{6B696272-8B05-438F-B80C-64B27902E1AD}" type="pres">
      <dgm:prSet presAssocID="{C1FBF86B-93CE-4749-89CD-63BD54D4B650}" presName="sibTrans" presStyleLbl="sibTrans2D1" presStyleIdx="0" presStyleCnt="0"/>
      <dgm:spPr/>
    </dgm:pt>
    <dgm:pt modelId="{58B866B5-2735-48EE-BEF9-48E8BAC496AC}" type="pres">
      <dgm:prSet presAssocID="{853BE738-A963-411F-AF2F-77A1F257E7AA}" presName="compNode" presStyleCnt="0"/>
      <dgm:spPr/>
    </dgm:pt>
    <dgm:pt modelId="{FC198C17-F372-4AEE-AFD2-E184487B09D8}" type="pres">
      <dgm:prSet presAssocID="{853BE738-A963-411F-AF2F-77A1F257E7AA}" presName="pictRect" presStyleLbl="revTx" presStyleIdx="4" presStyleCnt="6">
        <dgm:presLayoutVars>
          <dgm:chMax val="0"/>
          <dgm:bulletEnabled/>
        </dgm:presLayoutVars>
      </dgm:prSet>
      <dgm:spPr/>
    </dgm:pt>
    <dgm:pt modelId="{F39516BE-4A13-4BB6-A15F-A5B4BC94AD0D}" type="pres">
      <dgm:prSet presAssocID="{853BE738-A963-411F-AF2F-77A1F257E7AA}" presName="textRect" presStyleLbl="revTx" presStyleIdx="5" presStyleCnt="6">
        <dgm:presLayoutVars>
          <dgm:bulletEnabled/>
        </dgm:presLayoutVars>
      </dgm:prSet>
      <dgm:spPr/>
    </dgm:pt>
  </dgm:ptLst>
  <dgm:cxnLst>
    <dgm:cxn modelId="{CB715D0B-F678-4155-8D28-CF13B2BD363B}" srcId="{853BE738-A963-411F-AF2F-77A1F257E7AA}" destId="{9D24898B-EFB3-470A-BC09-033340356021}" srcOrd="0" destOrd="0" parTransId="{4337BB29-4796-403E-8874-AD4864837AF9}" sibTransId="{E387F94D-835D-4951-996D-04DC49CD2705}"/>
    <dgm:cxn modelId="{DC35FD11-23C1-4554-AEC8-B3A36B302897}" type="presOf" srcId="{A59F2313-DC7E-4F6C-8902-F91464B99067}" destId="{9EAD3A2A-DE23-4118-B188-2ADFA8C3B183}" srcOrd="0" destOrd="0" presId="urn:microsoft.com/office/officeart/2024/3/layout/hArchList1"/>
    <dgm:cxn modelId="{EB5F301A-DB4E-43B4-875E-BFF06E002409}" type="presOf" srcId="{7EAA7026-65F4-45E3-B532-D373F83D15D0}" destId="{E1E44395-66F8-4B5D-9125-75373CCF666D}" srcOrd="0" destOrd="0" presId="urn:microsoft.com/office/officeart/2024/3/layout/hArchList1"/>
    <dgm:cxn modelId="{A7A43526-F57E-4BDB-BEE9-FE9FCB7D83DA}" srcId="{7EAA7026-65F4-45E3-B532-D373F83D15D0}" destId="{B1A74AA4-1B21-46E0-9CC0-965AD053F059}" srcOrd="0" destOrd="0" parTransId="{49F80D97-FF4C-441F-B8AB-CC6B04C1AC63}" sibTransId="{8F819A73-CC68-4DCC-9AFE-3AD4081B667D}"/>
    <dgm:cxn modelId="{B937636C-87D8-4D1F-BB1B-46D3C802B684}" srcId="{CEC3FDC4-3A44-4914-B918-646000F854FE}" destId="{A59F2313-DC7E-4F6C-8902-F91464B99067}" srcOrd="1" destOrd="0" parTransId="{C32F5EB2-19A4-44E0-97A6-F748BA16B5AF}" sibTransId="{C1FBF86B-93CE-4749-89CD-63BD54D4B650}"/>
    <dgm:cxn modelId="{1E82AC4F-4294-430F-B326-5E5F7DEB2D39}" type="presOf" srcId="{B1A74AA4-1B21-46E0-9CC0-965AD053F059}" destId="{6C193546-A72A-4311-9880-CF0CBA7673F2}" srcOrd="0" destOrd="0" presId="urn:microsoft.com/office/officeart/2024/3/layout/hArchList1"/>
    <dgm:cxn modelId="{6D55E253-8B35-4C19-9B40-496A75B86F2F}" type="presOf" srcId="{9D24898B-EFB3-470A-BC09-033340356021}" destId="{F39516BE-4A13-4BB6-A15F-A5B4BC94AD0D}" srcOrd="0" destOrd="0" presId="urn:microsoft.com/office/officeart/2024/3/layout/hArchList1"/>
    <dgm:cxn modelId="{83A6AD82-C7DE-4C72-8FC7-BDF4AD672C93}" type="presOf" srcId="{CEC3FDC4-3A44-4914-B918-646000F854FE}" destId="{58BA8DA1-72D4-4CB4-8741-0D7D39D0C4D9}" srcOrd="0" destOrd="0" presId="urn:microsoft.com/office/officeart/2024/3/layout/hArchList1"/>
    <dgm:cxn modelId="{C43203A5-1357-4382-8DCA-1EA99A50294C}" srcId="{CEC3FDC4-3A44-4914-B918-646000F854FE}" destId="{853BE738-A963-411F-AF2F-77A1F257E7AA}" srcOrd="2" destOrd="0" parTransId="{93D4840B-54FB-4E30-A4D8-8E454E411F7A}" sibTransId="{C08B2D33-FE21-4C7B-A0D3-8C492E6FC21E}"/>
    <dgm:cxn modelId="{225366BE-2881-4C10-B212-250CED3512DC}" srcId="{A59F2313-DC7E-4F6C-8902-F91464B99067}" destId="{9148D876-A828-4E5D-836B-CCCA9F495888}" srcOrd="0" destOrd="0" parTransId="{1F89A94C-E142-4560-80F3-211FACCB4AAC}" sibTransId="{B3C92510-D823-4B86-A320-60F0DD775255}"/>
    <dgm:cxn modelId="{69C771BE-73C5-42FB-8C97-842E788EA97B}" type="presOf" srcId="{8AFFBD81-55B2-4D45-B80F-47DCB98692DC}" destId="{2A80C15E-DFE0-4CC6-8012-43F1C80D5F99}" srcOrd="0" destOrd="0" presId="urn:microsoft.com/office/officeart/2024/3/layout/hArchList1"/>
    <dgm:cxn modelId="{15E9B1CD-B65D-4D71-BC2F-73D4BE675E9D}" srcId="{CEC3FDC4-3A44-4914-B918-646000F854FE}" destId="{7EAA7026-65F4-45E3-B532-D373F83D15D0}" srcOrd="0" destOrd="0" parTransId="{357BC5D2-8FCB-41D7-BDE1-14D8121AE8BF}" sibTransId="{8AFFBD81-55B2-4D45-B80F-47DCB98692DC}"/>
    <dgm:cxn modelId="{6D3061D8-F417-4C29-B668-CA02BFAA82AA}" type="presOf" srcId="{853BE738-A963-411F-AF2F-77A1F257E7AA}" destId="{FC198C17-F372-4AEE-AFD2-E184487B09D8}" srcOrd="0" destOrd="0" presId="urn:microsoft.com/office/officeart/2024/3/layout/hArchList1"/>
    <dgm:cxn modelId="{34ADBEF7-9E61-4245-A58E-E58444A99DDC}" type="presOf" srcId="{9148D876-A828-4E5D-836B-CCCA9F495888}" destId="{16BB8BB4-3879-4ABB-8701-2C32C413753C}" srcOrd="0" destOrd="0" presId="urn:microsoft.com/office/officeart/2024/3/layout/hArchList1"/>
    <dgm:cxn modelId="{74BBEBF8-AD98-4F1F-9A45-5F38F78D1913}" type="presOf" srcId="{C1FBF86B-93CE-4749-89CD-63BD54D4B650}" destId="{6B696272-8B05-438F-B80C-64B27902E1AD}" srcOrd="0" destOrd="0" presId="urn:microsoft.com/office/officeart/2024/3/layout/hArchList1"/>
    <dgm:cxn modelId="{A0FA6020-B9DD-4677-B74A-084EA0ECE0CE}" type="presParOf" srcId="{58BA8DA1-72D4-4CB4-8741-0D7D39D0C4D9}" destId="{FA776B34-1EF2-4441-A284-AFC4E5435078}" srcOrd="0" destOrd="0" presId="urn:microsoft.com/office/officeart/2024/3/layout/hArchList1"/>
    <dgm:cxn modelId="{51ADDB89-DE54-45E7-87D5-51A1B0978104}" type="presParOf" srcId="{FA776B34-1EF2-4441-A284-AFC4E5435078}" destId="{E1E44395-66F8-4B5D-9125-75373CCF666D}" srcOrd="0" destOrd="0" presId="urn:microsoft.com/office/officeart/2024/3/layout/hArchList1"/>
    <dgm:cxn modelId="{7AA8EEDF-12CE-4743-B599-018C8D380315}" type="presParOf" srcId="{FA776B34-1EF2-4441-A284-AFC4E5435078}" destId="{6C193546-A72A-4311-9880-CF0CBA7673F2}" srcOrd="1" destOrd="0" presId="urn:microsoft.com/office/officeart/2024/3/layout/hArchList1"/>
    <dgm:cxn modelId="{EA255FBC-70F4-4A59-90B8-9095DBB82D5D}" type="presParOf" srcId="{58BA8DA1-72D4-4CB4-8741-0D7D39D0C4D9}" destId="{2A80C15E-DFE0-4CC6-8012-43F1C80D5F99}" srcOrd="1" destOrd="0" presId="urn:microsoft.com/office/officeart/2024/3/layout/hArchList1"/>
    <dgm:cxn modelId="{C66C9183-3A7F-45C5-A52B-181105A33DF0}" type="presParOf" srcId="{58BA8DA1-72D4-4CB4-8741-0D7D39D0C4D9}" destId="{4A2FDD9F-C77D-48AD-A527-256FE8C0AABF}" srcOrd="2" destOrd="0" presId="urn:microsoft.com/office/officeart/2024/3/layout/hArchList1"/>
    <dgm:cxn modelId="{AED72E98-0D69-4567-83D5-7B8078BFE506}" type="presParOf" srcId="{4A2FDD9F-C77D-48AD-A527-256FE8C0AABF}" destId="{9EAD3A2A-DE23-4118-B188-2ADFA8C3B183}" srcOrd="0" destOrd="0" presId="urn:microsoft.com/office/officeart/2024/3/layout/hArchList1"/>
    <dgm:cxn modelId="{6DAA077A-5CBD-407C-9FB0-3FD922E9861A}" type="presParOf" srcId="{4A2FDD9F-C77D-48AD-A527-256FE8C0AABF}" destId="{16BB8BB4-3879-4ABB-8701-2C32C413753C}" srcOrd="1" destOrd="0" presId="urn:microsoft.com/office/officeart/2024/3/layout/hArchList1"/>
    <dgm:cxn modelId="{C687389A-3973-428B-A8F4-2D55C5C398E8}" type="presParOf" srcId="{58BA8DA1-72D4-4CB4-8741-0D7D39D0C4D9}" destId="{6B696272-8B05-438F-B80C-64B27902E1AD}" srcOrd="3" destOrd="0" presId="urn:microsoft.com/office/officeart/2024/3/layout/hArchList1"/>
    <dgm:cxn modelId="{F90001E6-7CD8-4643-BB73-97EF208F6FE4}" type="presParOf" srcId="{58BA8DA1-72D4-4CB4-8741-0D7D39D0C4D9}" destId="{58B866B5-2735-48EE-BEF9-48E8BAC496AC}" srcOrd="4" destOrd="0" presId="urn:microsoft.com/office/officeart/2024/3/layout/hArchList1"/>
    <dgm:cxn modelId="{7B91FF78-722F-4872-ADAA-74BA60528AAD}" type="presParOf" srcId="{58B866B5-2735-48EE-BEF9-48E8BAC496AC}" destId="{FC198C17-F372-4AEE-AFD2-E184487B09D8}" srcOrd="0" destOrd="0" presId="urn:microsoft.com/office/officeart/2024/3/layout/hArchList1"/>
    <dgm:cxn modelId="{2C000DF2-DBF2-4010-8ACE-8FE27DFAEBD9}" type="presParOf" srcId="{58B866B5-2735-48EE-BEF9-48E8BAC496AC}" destId="{F39516BE-4A13-4BB6-A15F-A5B4BC94AD0D}" srcOrd="1" destOrd="0" presId="urn:microsoft.com/office/officeart/2024/3/layout/hArchList1"/>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7C248AA-B029-44CD-9013-AE3A538F739A}">
      <dsp:nvSpPr>
        <dsp:cNvPr id="0" name=""/>
        <dsp:cNvSpPr/>
      </dsp:nvSpPr>
      <dsp:spPr>
        <a:xfrm>
          <a:off x="0" y="0"/>
          <a:ext cx="2052202" cy="6087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Sample Size and Scope</a:t>
          </a:r>
        </a:p>
      </dsp:txBody>
      <dsp:txXfrm>
        <a:off x="0" y="0"/>
        <a:ext cx="2052202" cy="608739"/>
      </dsp:txXfrm>
    </dsp:sp>
    <dsp:sp modelId="{D5144CBA-76F9-44F7-A2E4-2A0FC4D0F50A}">
      <dsp:nvSpPr>
        <dsp:cNvPr id="0" name=""/>
        <dsp:cNvSpPr/>
      </dsp:nvSpPr>
      <dsp:spPr>
        <a:xfrm>
          <a:off x="0" y="608739"/>
          <a:ext cx="2052202" cy="27511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A concise survey was administered to 30 customers to identify clear patterns in priorities despite the modest sample size.</a:t>
          </a:r>
        </a:p>
      </dsp:txBody>
      <dsp:txXfrm>
        <a:off x="0" y="608739"/>
        <a:ext cx="2052202" cy="2751131"/>
      </dsp:txXfrm>
    </dsp:sp>
    <dsp:sp modelId="{953A5041-B540-498A-94C9-2769B4F0F35B}">
      <dsp:nvSpPr>
        <dsp:cNvPr id="0" name=""/>
        <dsp:cNvSpPr/>
      </dsp:nvSpPr>
      <dsp:spPr>
        <a:xfrm>
          <a:off x="2257423" y="0"/>
          <a:ext cx="2052202" cy="6087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Survey Design Simplicity</a:t>
          </a:r>
        </a:p>
      </dsp:txBody>
      <dsp:txXfrm>
        <a:off x="2257423" y="0"/>
        <a:ext cx="2052202" cy="608739"/>
      </dsp:txXfrm>
    </dsp:sp>
    <dsp:sp modelId="{5574959E-55B9-474C-8E61-CB02FF6B3495}">
      <dsp:nvSpPr>
        <dsp:cNvPr id="0" name=""/>
        <dsp:cNvSpPr/>
      </dsp:nvSpPr>
      <dsp:spPr>
        <a:xfrm>
          <a:off x="2257423" y="608739"/>
          <a:ext cx="2052202" cy="27511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The survey was kept short and structured to reduce fatigue and encourage higher participation in a busy café.</a:t>
          </a:r>
        </a:p>
      </dsp:txBody>
      <dsp:txXfrm>
        <a:off x="2257423" y="608739"/>
        <a:ext cx="2052202" cy="2751131"/>
      </dsp:txXfrm>
    </dsp:sp>
    <dsp:sp modelId="{871E69F8-94DC-46F0-8FD7-C86B95655A6E}">
      <dsp:nvSpPr>
        <dsp:cNvPr id="0" name=""/>
        <dsp:cNvSpPr/>
      </dsp:nvSpPr>
      <dsp:spPr>
        <a:xfrm>
          <a:off x="4514846" y="0"/>
          <a:ext cx="2052202" cy="6087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Focus on Directional Insights</a:t>
          </a:r>
        </a:p>
      </dsp:txBody>
      <dsp:txXfrm>
        <a:off x="4514846" y="0"/>
        <a:ext cx="2052202" cy="608739"/>
      </dsp:txXfrm>
    </dsp:sp>
    <dsp:sp modelId="{20016D6D-0C83-4847-A780-C4BCC3D6F018}">
      <dsp:nvSpPr>
        <dsp:cNvPr id="0" name=""/>
        <dsp:cNvSpPr/>
      </dsp:nvSpPr>
      <dsp:spPr>
        <a:xfrm>
          <a:off x="4514846" y="608739"/>
          <a:ext cx="2052202" cy="27511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The survey aimed to capture directional insights rather than statistically generalizable data for practical business decisions.</a:t>
          </a:r>
        </a:p>
      </dsp:txBody>
      <dsp:txXfrm>
        <a:off x="4514846" y="608739"/>
        <a:ext cx="2052202" cy="275113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55DD2C-F663-4CB0-A0D7-281E247359FC}">
      <dsp:nvSpPr>
        <dsp:cNvPr id="0" name=""/>
        <dsp:cNvSpPr/>
      </dsp:nvSpPr>
      <dsp:spPr>
        <a:xfrm>
          <a:off x="0" y="0"/>
          <a:ext cx="2052202" cy="790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kern="1200"/>
            <a:t>Dual Rating System</a:t>
          </a:r>
        </a:p>
      </dsp:txBody>
      <dsp:txXfrm>
        <a:off x="0" y="0"/>
        <a:ext cx="2052202" cy="790575"/>
      </dsp:txXfrm>
    </dsp:sp>
    <dsp:sp modelId="{53387CE1-6E26-4D80-A47A-01B9296CA206}">
      <dsp:nvSpPr>
        <dsp:cNvPr id="0" name=""/>
        <dsp:cNvSpPr/>
      </dsp:nvSpPr>
      <dsp:spPr>
        <a:xfrm>
          <a:off x="0" y="790575"/>
          <a:ext cx="2052202" cy="2538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5240" rIns="15240" bIns="15240" numCol="1" spcCol="1270" anchor="t" anchorCtr="0">
          <a:noAutofit/>
        </a:bodyPr>
        <a:lstStyle/>
        <a:p>
          <a:pPr marL="0" lvl="0" indent="0" algn="l" defTabSz="533400">
            <a:lnSpc>
              <a:spcPct val="100000"/>
            </a:lnSpc>
            <a:spcBef>
              <a:spcPct val="0"/>
            </a:spcBef>
            <a:spcAft>
              <a:spcPct val="35000"/>
            </a:spcAft>
            <a:buNone/>
          </a:pPr>
          <a:r>
            <a:rPr lang="en-US" sz="1200" kern="1200"/>
            <a:t>Service dimensions are evaluated on both importance and perceived performance to understand customer priorities.</a:t>
          </a:r>
        </a:p>
      </dsp:txBody>
      <dsp:txXfrm>
        <a:off x="0" y="790575"/>
        <a:ext cx="2052202" cy="2538989"/>
      </dsp:txXfrm>
    </dsp:sp>
    <dsp:sp modelId="{832E6EAE-D38F-410C-A0DB-627E3CCF89BE}">
      <dsp:nvSpPr>
        <dsp:cNvPr id="0" name=""/>
        <dsp:cNvSpPr/>
      </dsp:nvSpPr>
      <dsp:spPr>
        <a:xfrm>
          <a:off x="2257423" y="0"/>
          <a:ext cx="2052202" cy="790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kern="1200"/>
            <a:t>Comparing Expectations and Reality</a:t>
          </a:r>
        </a:p>
      </dsp:txBody>
      <dsp:txXfrm>
        <a:off x="2257423" y="0"/>
        <a:ext cx="2052202" cy="790575"/>
      </dsp:txXfrm>
    </dsp:sp>
    <dsp:sp modelId="{2AF12D71-E224-4BC8-BB52-DF63450933A8}">
      <dsp:nvSpPr>
        <dsp:cNvPr id="0" name=""/>
        <dsp:cNvSpPr/>
      </dsp:nvSpPr>
      <dsp:spPr>
        <a:xfrm>
          <a:off x="2257423" y="790575"/>
          <a:ext cx="2052202" cy="2538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5240" rIns="15240" bIns="15240" numCol="1" spcCol="1270" anchor="t" anchorCtr="0">
          <a:noAutofit/>
        </a:bodyPr>
        <a:lstStyle/>
        <a:p>
          <a:pPr marL="0" lvl="0" indent="0" algn="l" defTabSz="533400">
            <a:lnSpc>
              <a:spcPct val="100000"/>
            </a:lnSpc>
            <a:spcBef>
              <a:spcPct val="0"/>
            </a:spcBef>
            <a:spcAft>
              <a:spcPct val="35000"/>
            </a:spcAft>
            <a:buNone/>
          </a:pPr>
          <a:r>
            <a:rPr lang="en-US" sz="1200" kern="1200"/>
            <a:t>This method highlights gaps between customer expectations and actual service delivery for better insight.</a:t>
          </a:r>
        </a:p>
      </dsp:txBody>
      <dsp:txXfrm>
        <a:off x="2257423" y="790575"/>
        <a:ext cx="2052202" cy="2538989"/>
      </dsp:txXfrm>
    </dsp:sp>
    <dsp:sp modelId="{6E8506E6-17F0-4284-9F5A-0E31F18A0923}">
      <dsp:nvSpPr>
        <dsp:cNvPr id="0" name=""/>
        <dsp:cNvSpPr/>
      </dsp:nvSpPr>
      <dsp:spPr>
        <a:xfrm>
          <a:off x="4514846" y="0"/>
          <a:ext cx="2052202" cy="790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kern="1200"/>
            <a:t>Prioritizing Improvements</a:t>
          </a:r>
        </a:p>
      </dsp:txBody>
      <dsp:txXfrm>
        <a:off x="4514846" y="0"/>
        <a:ext cx="2052202" cy="790575"/>
      </dsp:txXfrm>
    </dsp:sp>
    <dsp:sp modelId="{1BD435DB-4FAB-4307-B4E3-36473A4E0E58}">
      <dsp:nvSpPr>
        <dsp:cNvPr id="0" name=""/>
        <dsp:cNvSpPr/>
      </dsp:nvSpPr>
      <dsp:spPr>
        <a:xfrm>
          <a:off x="4514846" y="790575"/>
          <a:ext cx="2052202" cy="2538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5240" rIns="15240" bIns="15240" numCol="1" spcCol="1270" anchor="t" anchorCtr="0">
          <a:noAutofit/>
        </a:bodyPr>
        <a:lstStyle/>
        <a:p>
          <a:pPr marL="0" lvl="0" indent="0" algn="l" defTabSz="533400">
            <a:lnSpc>
              <a:spcPct val="100000"/>
            </a:lnSpc>
            <a:spcBef>
              <a:spcPct val="0"/>
            </a:spcBef>
            <a:spcAft>
              <a:spcPct val="35000"/>
            </a:spcAft>
            <a:buNone/>
          </a:pPr>
          <a:r>
            <a:rPr lang="en-US" sz="1200" kern="1200"/>
            <a:t>Identifies low-performing areas with high importance, helping prioritize actions to enhance satisfaction.</a:t>
          </a:r>
        </a:p>
      </dsp:txBody>
      <dsp:txXfrm>
        <a:off x="4514846" y="790575"/>
        <a:ext cx="2052202" cy="253898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14A4D51-136C-45F2-A06B-A2D2F47B15AF}">
      <dsp:nvSpPr>
        <dsp:cNvPr id="0" name=""/>
        <dsp:cNvSpPr/>
      </dsp:nvSpPr>
      <dsp:spPr>
        <a:xfrm>
          <a:off x="0" y="0"/>
          <a:ext cx="2052202" cy="6087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Functional Quality Aspects</a:t>
          </a:r>
        </a:p>
      </dsp:txBody>
      <dsp:txXfrm>
        <a:off x="0" y="0"/>
        <a:ext cx="2052202" cy="608739"/>
      </dsp:txXfrm>
    </dsp:sp>
    <dsp:sp modelId="{6FC4972E-B120-4D2F-B100-B61656A50406}">
      <dsp:nvSpPr>
        <dsp:cNvPr id="0" name=""/>
        <dsp:cNvSpPr/>
      </dsp:nvSpPr>
      <dsp:spPr>
        <a:xfrm>
          <a:off x="0" y="608739"/>
          <a:ext cx="2052202" cy="27511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Speed of service and beverage quality directly impact transaction efficiency and customer satisfaction.</a:t>
          </a:r>
        </a:p>
      </dsp:txBody>
      <dsp:txXfrm>
        <a:off x="0" y="608739"/>
        <a:ext cx="2052202" cy="2751131"/>
      </dsp:txXfrm>
    </dsp:sp>
    <dsp:sp modelId="{0F394E8E-5FB6-40C1-B05D-163DBAFC174D}">
      <dsp:nvSpPr>
        <dsp:cNvPr id="0" name=""/>
        <dsp:cNvSpPr/>
      </dsp:nvSpPr>
      <dsp:spPr>
        <a:xfrm>
          <a:off x="2257423" y="0"/>
          <a:ext cx="2052202" cy="6087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Experiential Quality Elements</a:t>
          </a:r>
        </a:p>
      </dsp:txBody>
      <dsp:txXfrm>
        <a:off x="2257423" y="0"/>
        <a:ext cx="2052202" cy="608739"/>
      </dsp:txXfrm>
    </dsp:sp>
    <dsp:sp modelId="{E5F95F06-98AC-42F6-BEFB-3F188D74B2B5}">
      <dsp:nvSpPr>
        <dsp:cNvPr id="0" name=""/>
        <dsp:cNvSpPr/>
      </dsp:nvSpPr>
      <dsp:spPr>
        <a:xfrm>
          <a:off x="2257423" y="608739"/>
          <a:ext cx="2052202" cy="27511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Friendliness, ambiance, and cleanliness shape emotional responses and influence brand perception.</a:t>
          </a:r>
        </a:p>
      </dsp:txBody>
      <dsp:txXfrm>
        <a:off x="2257423" y="608739"/>
        <a:ext cx="2052202" cy="2751131"/>
      </dsp:txXfrm>
    </dsp:sp>
    <dsp:sp modelId="{D533D7F3-B792-4B40-81F0-0D4CF8FC40DB}">
      <dsp:nvSpPr>
        <dsp:cNvPr id="0" name=""/>
        <dsp:cNvSpPr/>
      </dsp:nvSpPr>
      <dsp:spPr>
        <a:xfrm>
          <a:off x="4514846" y="0"/>
          <a:ext cx="2052202" cy="6087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Holistic Quality Evaluation</a:t>
          </a:r>
        </a:p>
      </dsp:txBody>
      <dsp:txXfrm>
        <a:off x="4514846" y="0"/>
        <a:ext cx="2052202" cy="608739"/>
      </dsp:txXfrm>
    </dsp:sp>
    <dsp:sp modelId="{6422DC71-EE37-4777-8807-C2AE2A1658CD}">
      <dsp:nvSpPr>
        <dsp:cNvPr id="0" name=""/>
        <dsp:cNvSpPr/>
      </dsp:nvSpPr>
      <dsp:spPr>
        <a:xfrm>
          <a:off x="4514846" y="608739"/>
          <a:ext cx="2052202" cy="27511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Combining functional and experiential metrics provides a comprehensive view of service quality and highlights trade-offs.</a:t>
          </a:r>
        </a:p>
      </dsp:txBody>
      <dsp:txXfrm>
        <a:off x="4514846" y="608739"/>
        <a:ext cx="2052202" cy="2751131"/>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D65990-DE0F-4101-80A3-B99E6B7EF989}">
      <dsp:nvSpPr>
        <dsp:cNvPr id="0" name=""/>
        <dsp:cNvSpPr/>
      </dsp:nvSpPr>
      <dsp:spPr>
        <a:xfrm>
          <a:off x="0" y="0"/>
          <a:ext cx="2052202" cy="5784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1590" rIns="21590" bIns="21590" numCol="1" spcCol="1270" anchor="t" anchorCtr="0">
          <a:noAutofit/>
        </a:bodyPr>
        <a:lstStyle/>
        <a:p>
          <a:pPr marL="0" lvl="0" indent="0" algn="l" defTabSz="755650">
            <a:lnSpc>
              <a:spcPct val="100000"/>
            </a:lnSpc>
            <a:spcBef>
              <a:spcPct val="0"/>
            </a:spcBef>
            <a:spcAft>
              <a:spcPct val="35000"/>
            </a:spcAft>
            <a:buNone/>
            <a:defRPr b="1"/>
          </a:pPr>
          <a:r>
            <a:rPr lang="en-US" sz="1700" kern="1200"/>
            <a:t>Speed of Service Gap</a:t>
          </a:r>
        </a:p>
      </dsp:txBody>
      <dsp:txXfrm>
        <a:off x="0" y="0"/>
        <a:ext cx="2052202" cy="578434"/>
      </dsp:txXfrm>
    </dsp:sp>
    <dsp:sp modelId="{0ACA214D-B935-49AD-AABE-E2DDE74B3FB4}">
      <dsp:nvSpPr>
        <dsp:cNvPr id="0" name=""/>
        <dsp:cNvSpPr/>
      </dsp:nvSpPr>
      <dsp:spPr>
        <a:xfrm>
          <a:off x="0" y="578434"/>
          <a:ext cx="2052202" cy="2538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6510" rIns="16510" bIns="16510" numCol="1" spcCol="1270" anchor="t" anchorCtr="0">
          <a:noAutofit/>
        </a:bodyPr>
        <a:lstStyle/>
        <a:p>
          <a:pPr marL="0" lvl="0" indent="0" algn="l" defTabSz="577850">
            <a:lnSpc>
              <a:spcPct val="100000"/>
            </a:lnSpc>
            <a:spcBef>
              <a:spcPct val="0"/>
            </a:spcBef>
            <a:spcAft>
              <a:spcPct val="35000"/>
            </a:spcAft>
            <a:buNone/>
          </a:pPr>
          <a:r>
            <a:rPr lang="en-US" sz="1300" kern="1200"/>
            <a:t>Speed of service shows the largest negative gap between importance and actual performance at BrewHaven.</a:t>
          </a:r>
        </a:p>
      </dsp:txBody>
      <dsp:txXfrm>
        <a:off x="0" y="578434"/>
        <a:ext cx="2052202" cy="2538989"/>
      </dsp:txXfrm>
    </dsp:sp>
    <dsp:sp modelId="{041769C9-858A-403C-80A4-B7F5A725DF83}">
      <dsp:nvSpPr>
        <dsp:cNvPr id="0" name=""/>
        <dsp:cNvSpPr/>
      </dsp:nvSpPr>
      <dsp:spPr>
        <a:xfrm>
          <a:off x="2257423" y="0"/>
          <a:ext cx="2052202" cy="5784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1590" rIns="21590" bIns="21590" numCol="1" spcCol="1270" anchor="t" anchorCtr="0">
          <a:noAutofit/>
        </a:bodyPr>
        <a:lstStyle/>
        <a:p>
          <a:pPr marL="0" lvl="0" indent="0" algn="l" defTabSz="755650">
            <a:lnSpc>
              <a:spcPct val="100000"/>
            </a:lnSpc>
            <a:spcBef>
              <a:spcPct val="0"/>
            </a:spcBef>
            <a:spcAft>
              <a:spcPct val="35000"/>
            </a:spcAft>
            <a:buNone/>
            <a:defRPr b="1"/>
          </a:pPr>
          <a:r>
            <a:rPr lang="en-US" sz="1700" kern="1200"/>
            <a:t>Impact on Customer Retention</a:t>
          </a:r>
        </a:p>
      </dsp:txBody>
      <dsp:txXfrm>
        <a:off x="2257423" y="0"/>
        <a:ext cx="2052202" cy="578434"/>
      </dsp:txXfrm>
    </dsp:sp>
    <dsp:sp modelId="{073E46E0-D2B9-4584-A64F-EC7A8B84EE84}">
      <dsp:nvSpPr>
        <dsp:cNvPr id="0" name=""/>
        <dsp:cNvSpPr/>
      </dsp:nvSpPr>
      <dsp:spPr>
        <a:xfrm>
          <a:off x="2257423" y="578434"/>
          <a:ext cx="2052202" cy="2538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6510" rIns="16510" bIns="16510" numCol="1" spcCol="1270" anchor="t" anchorCtr="0">
          <a:noAutofit/>
        </a:bodyPr>
        <a:lstStyle/>
        <a:p>
          <a:pPr marL="0" lvl="0" indent="0" algn="l" defTabSz="577850">
            <a:lnSpc>
              <a:spcPct val="100000"/>
            </a:lnSpc>
            <a:spcBef>
              <a:spcPct val="0"/>
            </a:spcBef>
            <a:spcAft>
              <a:spcPct val="35000"/>
            </a:spcAft>
            <a:buNone/>
          </a:pPr>
          <a:r>
            <a:rPr lang="en-US" sz="1300" kern="1200"/>
            <a:t>This performance gap threatens customer retention and reduces peak-hour revenue opportunities.</a:t>
          </a:r>
        </a:p>
      </dsp:txBody>
      <dsp:txXfrm>
        <a:off x="2257423" y="578434"/>
        <a:ext cx="2052202" cy="2538989"/>
      </dsp:txXfrm>
    </dsp:sp>
    <dsp:sp modelId="{7BAEACAE-AC7F-4768-98AB-139239E889FB}">
      <dsp:nvSpPr>
        <dsp:cNvPr id="0" name=""/>
        <dsp:cNvSpPr/>
      </dsp:nvSpPr>
      <dsp:spPr>
        <a:xfrm>
          <a:off x="4514846" y="0"/>
          <a:ext cx="2052202" cy="5784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1590" rIns="21590" bIns="21590" numCol="1" spcCol="1270" anchor="t" anchorCtr="0">
          <a:noAutofit/>
        </a:bodyPr>
        <a:lstStyle/>
        <a:p>
          <a:pPr marL="0" lvl="0" indent="0" algn="l" defTabSz="755650">
            <a:lnSpc>
              <a:spcPct val="100000"/>
            </a:lnSpc>
            <a:spcBef>
              <a:spcPct val="0"/>
            </a:spcBef>
            <a:spcAft>
              <a:spcPct val="35000"/>
            </a:spcAft>
            <a:buNone/>
            <a:defRPr b="1"/>
          </a:pPr>
          <a:r>
            <a:rPr lang="en-US" sz="1700" kern="1200"/>
            <a:t>Urgent Quality Management Focus</a:t>
          </a:r>
        </a:p>
      </dsp:txBody>
      <dsp:txXfrm>
        <a:off x="4514846" y="0"/>
        <a:ext cx="2052202" cy="578434"/>
      </dsp:txXfrm>
    </dsp:sp>
    <dsp:sp modelId="{D686AE2A-0619-41DC-8A3C-50A104858CA6}">
      <dsp:nvSpPr>
        <dsp:cNvPr id="0" name=""/>
        <dsp:cNvSpPr/>
      </dsp:nvSpPr>
      <dsp:spPr>
        <a:xfrm>
          <a:off x="4514846" y="578434"/>
          <a:ext cx="2052202" cy="2538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6510" rIns="16510" bIns="16510" numCol="1" spcCol="1270" anchor="t" anchorCtr="0">
          <a:noAutofit/>
        </a:bodyPr>
        <a:lstStyle/>
        <a:p>
          <a:pPr marL="0" lvl="0" indent="0" algn="l" defTabSz="577850">
            <a:lnSpc>
              <a:spcPct val="100000"/>
            </a:lnSpc>
            <a:spcBef>
              <a:spcPct val="0"/>
            </a:spcBef>
            <a:spcAft>
              <a:spcPct val="35000"/>
            </a:spcAft>
            <a:buNone/>
          </a:pPr>
          <a:r>
            <a:rPr lang="en-US" sz="1300" kern="1200"/>
            <a:t>Addressing the speed of service is the priority to improve satisfaction and loyalty effectively.</a:t>
          </a:r>
        </a:p>
      </dsp:txBody>
      <dsp:txXfrm>
        <a:off x="4514846" y="578434"/>
        <a:ext cx="2052202" cy="2538989"/>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52E40F4-2B44-4556-A4DC-FD8673CAED23}">
      <dsp:nvSpPr>
        <dsp:cNvPr id="0" name=""/>
        <dsp:cNvSpPr/>
      </dsp:nvSpPr>
      <dsp:spPr>
        <a:xfrm>
          <a:off x="0" y="0"/>
          <a:ext cx="2052202" cy="6087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Beverage Quality Excellence</a:t>
          </a:r>
        </a:p>
      </dsp:txBody>
      <dsp:txXfrm>
        <a:off x="0" y="0"/>
        <a:ext cx="2052202" cy="608739"/>
      </dsp:txXfrm>
    </dsp:sp>
    <dsp:sp modelId="{91A9FE98-3EE2-4C51-9218-066A58B88B5C}">
      <dsp:nvSpPr>
        <dsp:cNvPr id="0" name=""/>
        <dsp:cNvSpPr/>
      </dsp:nvSpPr>
      <dsp:spPr>
        <a:xfrm>
          <a:off x="0" y="608739"/>
          <a:ext cx="2052202" cy="27511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BrewHaven consistently delivers high-quality beverages that meet and exceed customer expectations, strengthening brand loyalty.</a:t>
          </a:r>
        </a:p>
      </dsp:txBody>
      <dsp:txXfrm>
        <a:off x="0" y="608739"/>
        <a:ext cx="2052202" cy="2751131"/>
      </dsp:txXfrm>
    </dsp:sp>
    <dsp:sp modelId="{02A255EA-A1FA-42A6-AE75-28EFAA86EDC1}">
      <dsp:nvSpPr>
        <dsp:cNvPr id="0" name=""/>
        <dsp:cNvSpPr/>
      </dsp:nvSpPr>
      <dsp:spPr>
        <a:xfrm>
          <a:off x="2257423" y="0"/>
          <a:ext cx="2052202" cy="6087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Staff Friendliness</a:t>
          </a:r>
        </a:p>
      </dsp:txBody>
      <dsp:txXfrm>
        <a:off x="2257423" y="0"/>
        <a:ext cx="2052202" cy="608739"/>
      </dsp:txXfrm>
    </dsp:sp>
    <dsp:sp modelId="{46B651D4-CDA2-416F-8DE8-544560347B28}">
      <dsp:nvSpPr>
        <dsp:cNvPr id="0" name=""/>
        <dsp:cNvSpPr/>
      </dsp:nvSpPr>
      <dsp:spPr>
        <a:xfrm>
          <a:off x="2257423" y="608739"/>
          <a:ext cx="2052202" cy="27511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Friendly and welcoming staff enhance customer experience, contributing positively to BrewHaven’s reputation.</a:t>
          </a:r>
        </a:p>
      </dsp:txBody>
      <dsp:txXfrm>
        <a:off x="2257423" y="608739"/>
        <a:ext cx="2052202" cy="2751131"/>
      </dsp:txXfrm>
    </dsp:sp>
    <dsp:sp modelId="{DC82CC8E-AA20-4C72-ABB5-319E0AD65E44}">
      <dsp:nvSpPr>
        <dsp:cNvPr id="0" name=""/>
        <dsp:cNvSpPr/>
      </dsp:nvSpPr>
      <dsp:spPr>
        <a:xfrm>
          <a:off x="4514846" y="0"/>
          <a:ext cx="2052202" cy="6087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Strategic Investment Focus</a:t>
          </a:r>
        </a:p>
      </dsp:txBody>
      <dsp:txXfrm>
        <a:off x="4514846" y="0"/>
        <a:ext cx="2052202" cy="608739"/>
      </dsp:txXfrm>
    </dsp:sp>
    <dsp:sp modelId="{BE4AE129-CFC4-4A7C-A4B1-BB1819A94366}">
      <dsp:nvSpPr>
        <dsp:cNvPr id="0" name=""/>
        <dsp:cNvSpPr/>
      </dsp:nvSpPr>
      <dsp:spPr>
        <a:xfrm>
          <a:off x="4514846" y="608739"/>
          <a:ext cx="2052202" cy="27511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While strengths are clear, future investments should prioritize improving service speed to maximize customer satisfaction.</a:t>
          </a:r>
        </a:p>
      </dsp:txBody>
      <dsp:txXfrm>
        <a:off x="4514846" y="608739"/>
        <a:ext cx="2052202" cy="2751131"/>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C6C887C-F3D9-4F60-9F93-B3FE0425E635}">
      <dsp:nvSpPr>
        <dsp:cNvPr id="0" name=""/>
        <dsp:cNvSpPr/>
      </dsp:nvSpPr>
      <dsp:spPr>
        <a:xfrm>
          <a:off x="0" y="0"/>
          <a:ext cx="2052202" cy="6087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Low Impact of WiFi and Ambiance</a:t>
          </a:r>
        </a:p>
      </dsp:txBody>
      <dsp:txXfrm>
        <a:off x="0" y="0"/>
        <a:ext cx="2052202" cy="608739"/>
      </dsp:txXfrm>
    </dsp:sp>
    <dsp:sp modelId="{7522C3C3-E801-4E32-81C6-510D2E5EC864}">
      <dsp:nvSpPr>
        <dsp:cNvPr id="0" name=""/>
        <dsp:cNvSpPr/>
      </dsp:nvSpPr>
      <dsp:spPr>
        <a:xfrm>
          <a:off x="0" y="608739"/>
          <a:ext cx="2052202" cy="27511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WiFi availability and ambiance are appreciated but have lower impact on overall customer satisfaction.</a:t>
          </a:r>
        </a:p>
      </dsp:txBody>
      <dsp:txXfrm>
        <a:off x="0" y="608739"/>
        <a:ext cx="2052202" cy="2751131"/>
      </dsp:txXfrm>
    </dsp:sp>
    <dsp:sp modelId="{6061E136-9BC0-4308-93FE-2DBC4F1E5A93}">
      <dsp:nvSpPr>
        <dsp:cNvPr id="0" name=""/>
        <dsp:cNvSpPr/>
      </dsp:nvSpPr>
      <dsp:spPr>
        <a:xfrm>
          <a:off x="2257423" y="0"/>
          <a:ext cx="2052202" cy="6087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Slow Service Issue</a:t>
          </a:r>
        </a:p>
      </dsp:txBody>
      <dsp:txXfrm>
        <a:off x="2257423" y="0"/>
        <a:ext cx="2052202" cy="608739"/>
      </dsp:txXfrm>
    </dsp:sp>
    <dsp:sp modelId="{E7E1F919-2529-4AAA-B3F9-311EC334946E}">
      <dsp:nvSpPr>
        <dsp:cNvPr id="0" name=""/>
        <dsp:cNvSpPr/>
      </dsp:nvSpPr>
      <dsp:spPr>
        <a:xfrm>
          <a:off x="2257423" y="608739"/>
          <a:ext cx="2052202" cy="27511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Slow service significantly lowers customer satisfaction and cannot be offset by good WiFi or ambiance.</a:t>
          </a:r>
        </a:p>
      </dsp:txBody>
      <dsp:txXfrm>
        <a:off x="2257423" y="608739"/>
        <a:ext cx="2052202" cy="2751131"/>
      </dsp:txXfrm>
    </dsp:sp>
    <dsp:sp modelId="{1224ACBE-A04B-4515-9135-0ACC8114D524}">
      <dsp:nvSpPr>
        <dsp:cNvPr id="0" name=""/>
        <dsp:cNvSpPr/>
      </dsp:nvSpPr>
      <dsp:spPr>
        <a:xfrm>
          <a:off x="4514846" y="0"/>
          <a:ext cx="2052202" cy="6087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Resource Optimization</a:t>
          </a:r>
        </a:p>
      </dsp:txBody>
      <dsp:txXfrm>
        <a:off x="4514846" y="0"/>
        <a:ext cx="2052202" cy="608739"/>
      </dsp:txXfrm>
    </dsp:sp>
    <dsp:sp modelId="{FF7E629B-1F40-455A-A6F7-781113E63754}">
      <dsp:nvSpPr>
        <dsp:cNvPr id="0" name=""/>
        <dsp:cNvSpPr/>
      </dsp:nvSpPr>
      <dsp:spPr>
        <a:xfrm>
          <a:off x="4514846" y="608739"/>
          <a:ext cx="2052202" cy="27511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Identifying over-investment areas helps reallocate resources to improvements with higher customer impact.</a:t>
          </a:r>
        </a:p>
      </dsp:txBody>
      <dsp:txXfrm>
        <a:off x="4514846" y="608739"/>
        <a:ext cx="2052202" cy="275113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E0C9720-8C90-4A70-9081-36BEF9247BAF}">
      <dsp:nvSpPr>
        <dsp:cNvPr id="0" name=""/>
        <dsp:cNvSpPr/>
      </dsp:nvSpPr>
      <dsp:spPr>
        <a:xfrm>
          <a:off x="0" y="0"/>
          <a:ext cx="2052202" cy="6087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Prioritize Speed Improvements</a:t>
          </a:r>
        </a:p>
      </dsp:txBody>
      <dsp:txXfrm>
        <a:off x="0" y="0"/>
        <a:ext cx="2052202" cy="608739"/>
      </dsp:txXfrm>
    </dsp:sp>
    <dsp:sp modelId="{32A5F143-7E00-433C-AB6B-50001FA23707}">
      <dsp:nvSpPr>
        <dsp:cNvPr id="0" name=""/>
        <dsp:cNvSpPr/>
      </dsp:nvSpPr>
      <dsp:spPr>
        <a:xfrm>
          <a:off x="0" y="608739"/>
          <a:ext cx="2052202" cy="27511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Focusing on direct service speed improvements addresses the most critical quality gap effectively.</a:t>
          </a:r>
        </a:p>
      </dsp:txBody>
      <dsp:txXfrm>
        <a:off x="0" y="608739"/>
        <a:ext cx="2052202" cy="2751131"/>
      </dsp:txXfrm>
    </dsp:sp>
    <dsp:sp modelId="{1FC659E9-8D34-4365-867B-F7FD2F1F721A}">
      <dsp:nvSpPr>
        <dsp:cNvPr id="0" name=""/>
        <dsp:cNvSpPr/>
      </dsp:nvSpPr>
      <dsp:spPr>
        <a:xfrm>
          <a:off x="2257423" y="0"/>
          <a:ext cx="2052202" cy="6087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Align Customer Expectations</a:t>
          </a:r>
        </a:p>
      </dsp:txBody>
      <dsp:txXfrm>
        <a:off x="2257423" y="0"/>
        <a:ext cx="2052202" cy="608739"/>
      </dsp:txXfrm>
    </dsp:sp>
    <dsp:sp modelId="{2ADBC37F-C90C-496D-A545-05ABB134503A}">
      <dsp:nvSpPr>
        <dsp:cNvPr id="0" name=""/>
        <dsp:cNvSpPr/>
      </dsp:nvSpPr>
      <dsp:spPr>
        <a:xfrm>
          <a:off x="2257423" y="608739"/>
          <a:ext cx="2052202" cy="27511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Improving speed brings operational performance closer to customer expectations, enhancing satisfaction.</a:t>
          </a:r>
        </a:p>
      </dsp:txBody>
      <dsp:txXfrm>
        <a:off x="2257423" y="608739"/>
        <a:ext cx="2052202" cy="2751131"/>
      </dsp:txXfrm>
    </dsp:sp>
    <dsp:sp modelId="{C92F2BEC-1B7B-4215-9F8E-1A730A5865BA}">
      <dsp:nvSpPr>
        <dsp:cNvPr id="0" name=""/>
        <dsp:cNvSpPr/>
      </dsp:nvSpPr>
      <dsp:spPr>
        <a:xfrm>
          <a:off x="4514846" y="0"/>
          <a:ext cx="2052202" cy="6087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Efficient Resource Deployment</a:t>
          </a:r>
        </a:p>
      </dsp:txBody>
      <dsp:txXfrm>
        <a:off x="4514846" y="0"/>
        <a:ext cx="2052202" cy="608739"/>
      </dsp:txXfrm>
    </dsp:sp>
    <dsp:sp modelId="{56B234F5-921E-4ABB-9BFB-9B8DDCC4DF97}">
      <dsp:nvSpPr>
        <dsp:cNvPr id="0" name=""/>
        <dsp:cNvSpPr/>
      </dsp:nvSpPr>
      <dsp:spPr>
        <a:xfrm>
          <a:off x="4514846" y="608739"/>
          <a:ext cx="2052202" cy="27511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Concentrating resources on one high-impact area maximizes effectiveness and avoids dilution of efforts.</a:t>
          </a:r>
        </a:p>
      </dsp:txBody>
      <dsp:txXfrm>
        <a:off x="4514846" y="608739"/>
        <a:ext cx="2052202" cy="275113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FBC29BF-5C6B-49D8-9B90-E7281CE67331}">
      <dsp:nvSpPr>
        <dsp:cNvPr id="0" name=""/>
        <dsp:cNvSpPr/>
      </dsp:nvSpPr>
      <dsp:spPr>
        <a:xfrm>
          <a:off x="0" y="0"/>
          <a:ext cx="2052202" cy="790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kern="1200"/>
            <a:t>Addressing Equipment Constraints</a:t>
          </a:r>
        </a:p>
      </dsp:txBody>
      <dsp:txXfrm>
        <a:off x="0" y="0"/>
        <a:ext cx="2052202" cy="790575"/>
      </dsp:txXfrm>
    </dsp:sp>
    <dsp:sp modelId="{4169A232-6D57-462C-ADF0-58A79CE5662F}">
      <dsp:nvSpPr>
        <dsp:cNvPr id="0" name=""/>
        <dsp:cNvSpPr/>
      </dsp:nvSpPr>
      <dsp:spPr>
        <a:xfrm>
          <a:off x="0" y="790575"/>
          <a:ext cx="2052202" cy="2538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5240" rIns="15240" bIns="15240" numCol="1" spcCol="1270" anchor="t" anchorCtr="0">
          <a:noAutofit/>
        </a:bodyPr>
        <a:lstStyle/>
        <a:p>
          <a:pPr marL="0" lvl="0" indent="0" algn="l" defTabSz="533400">
            <a:lnSpc>
              <a:spcPct val="100000"/>
            </a:lnSpc>
            <a:spcBef>
              <a:spcPct val="0"/>
            </a:spcBef>
            <a:spcAft>
              <a:spcPct val="35000"/>
            </a:spcAft>
            <a:buNone/>
          </a:pPr>
          <a:r>
            <a:rPr lang="en-US" sz="1200" kern="1200"/>
            <a:t>Identified equipment limitations as the main cause of slow service during peak times.</a:t>
          </a:r>
        </a:p>
      </dsp:txBody>
      <dsp:txXfrm>
        <a:off x="0" y="790575"/>
        <a:ext cx="2052202" cy="2538989"/>
      </dsp:txXfrm>
    </dsp:sp>
    <dsp:sp modelId="{37DF6779-5C58-45EF-93E5-A7FB62FC5AAB}">
      <dsp:nvSpPr>
        <dsp:cNvPr id="0" name=""/>
        <dsp:cNvSpPr/>
      </dsp:nvSpPr>
      <dsp:spPr>
        <a:xfrm>
          <a:off x="2257423" y="0"/>
          <a:ext cx="2052202" cy="790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kern="1200"/>
            <a:t>Higher-Capacity Espresso Machine</a:t>
          </a:r>
        </a:p>
      </dsp:txBody>
      <dsp:txXfrm>
        <a:off x="2257423" y="0"/>
        <a:ext cx="2052202" cy="790575"/>
      </dsp:txXfrm>
    </dsp:sp>
    <dsp:sp modelId="{D6F6912C-C2FC-47C2-A671-AA38E9E32C0B}">
      <dsp:nvSpPr>
        <dsp:cNvPr id="0" name=""/>
        <dsp:cNvSpPr/>
      </dsp:nvSpPr>
      <dsp:spPr>
        <a:xfrm>
          <a:off x="2257423" y="790575"/>
          <a:ext cx="2052202" cy="2538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5240" rIns="15240" bIns="15240" numCol="1" spcCol="1270" anchor="t" anchorCtr="0">
          <a:noAutofit/>
        </a:bodyPr>
        <a:lstStyle/>
        <a:p>
          <a:pPr marL="0" lvl="0" indent="0" algn="l" defTabSz="533400">
            <a:lnSpc>
              <a:spcPct val="100000"/>
            </a:lnSpc>
            <a:spcBef>
              <a:spcPct val="0"/>
            </a:spcBef>
            <a:spcAft>
              <a:spcPct val="35000"/>
            </a:spcAft>
            <a:buNone/>
          </a:pPr>
          <a:r>
            <a:rPr lang="en-US" sz="1200" kern="1200"/>
            <a:t>Investing in a machine with greater capacity to efficiently handle peak demand.</a:t>
          </a:r>
        </a:p>
      </dsp:txBody>
      <dsp:txXfrm>
        <a:off x="2257423" y="790575"/>
        <a:ext cx="2052202" cy="2538989"/>
      </dsp:txXfrm>
    </dsp:sp>
    <dsp:sp modelId="{3BF3ACD3-EEFB-4B1D-9ECA-E8F045BBA89F}">
      <dsp:nvSpPr>
        <dsp:cNvPr id="0" name=""/>
        <dsp:cNvSpPr/>
      </dsp:nvSpPr>
      <dsp:spPr>
        <a:xfrm>
          <a:off x="4514846" y="0"/>
          <a:ext cx="2052202" cy="79057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kern="1200"/>
            <a:t>Operational Efficiency Benefits</a:t>
          </a:r>
        </a:p>
      </dsp:txBody>
      <dsp:txXfrm>
        <a:off x="4514846" y="0"/>
        <a:ext cx="2052202" cy="790575"/>
      </dsp:txXfrm>
    </dsp:sp>
    <dsp:sp modelId="{E7B6E29E-F2E7-488E-9A46-9E25AC40CF03}">
      <dsp:nvSpPr>
        <dsp:cNvPr id="0" name=""/>
        <dsp:cNvSpPr/>
      </dsp:nvSpPr>
      <dsp:spPr>
        <a:xfrm>
          <a:off x="4514846" y="790575"/>
          <a:ext cx="2052202" cy="2538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5240" rIns="15240" bIns="15240" numCol="1" spcCol="1270" anchor="t" anchorCtr="0">
          <a:noAutofit/>
        </a:bodyPr>
        <a:lstStyle/>
        <a:p>
          <a:pPr marL="0" lvl="0" indent="0" algn="l" defTabSz="533400">
            <a:lnSpc>
              <a:spcPct val="100000"/>
            </a:lnSpc>
            <a:spcBef>
              <a:spcPct val="0"/>
            </a:spcBef>
            <a:spcAft>
              <a:spcPct val="35000"/>
            </a:spcAft>
            <a:buNone/>
          </a:pPr>
          <a:r>
            <a:rPr lang="en-US" sz="1200" kern="1200"/>
            <a:t>Improves service speed and consistency while reducing ongoing labor costs.</a:t>
          </a:r>
        </a:p>
      </dsp:txBody>
      <dsp:txXfrm>
        <a:off x="4514846" y="790575"/>
        <a:ext cx="2052202" cy="2538989"/>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087051A-C93A-4C99-9D62-8615FEF15D76}">
      <dsp:nvSpPr>
        <dsp:cNvPr id="0" name=""/>
        <dsp:cNvSpPr/>
      </dsp:nvSpPr>
      <dsp:spPr>
        <a:xfrm>
          <a:off x="0" y="0"/>
          <a:ext cx="2052202" cy="786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kern="1200"/>
            <a:t>Improved Operational Efficiency</a:t>
          </a:r>
        </a:p>
      </dsp:txBody>
      <dsp:txXfrm>
        <a:off x="0" y="0"/>
        <a:ext cx="2052202" cy="786787"/>
      </dsp:txXfrm>
    </dsp:sp>
    <dsp:sp modelId="{04072A37-F380-4262-8A1E-7E89EB0C612B}">
      <dsp:nvSpPr>
        <dsp:cNvPr id="0" name=""/>
        <dsp:cNvSpPr/>
      </dsp:nvSpPr>
      <dsp:spPr>
        <a:xfrm>
          <a:off x="0" y="786787"/>
          <a:ext cx="2052202" cy="2538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5240" rIns="15240" bIns="15240" numCol="1" spcCol="1270" anchor="t" anchorCtr="0">
          <a:noAutofit/>
        </a:bodyPr>
        <a:lstStyle/>
        <a:p>
          <a:pPr marL="0" lvl="0" indent="0" algn="l" defTabSz="533400">
            <a:lnSpc>
              <a:spcPct val="100000"/>
            </a:lnSpc>
            <a:spcBef>
              <a:spcPct val="0"/>
            </a:spcBef>
            <a:spcAft>
              <a:spcPct val="35000"/>
            </a:spcAft>
            <a:buNone/>
          </a:pPr>
          <a:r>
            <a:rPr lang="en-US" sz="1200" kern="1200"/>
            <a:t>The new machine reduces drink preparation time and shortens queues, enhancing peak-hour flow.</a:t>
          </a:r>
        </a:p>
      </dsp:txBody>
      <dsp:txXfrm>
        <a:off x="0" y="786787"/>
        <a:ext cx="2052202" cy="2538989"/>
      </dsp:txXfrm>
    </dsp:sp>
    <dsp:sp modelId="{3B5AE8F4-F362-4154-AD60-843D06BE32CE}">
      <dsp:nvSpPr>
        <dsp:cNvPr id="0" name=""/>
        <dsp:cNvSpPr/>
      </dsp:nvSpPr>
      <dsp:spPr>
        <a:xfrm>
          <a:off x="2257423" y="0"/>
          <a:ext cx="2052202" cy="786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kern="1200"/>
            <a:t>Reduced Employee Stress</a:t>
          </a:r>
        </a:p>
      </dsp:txBody>
      <dsp:txXfrm>
        <a:off x="2257423" y="0"/>
        <a:ext cx="2052202" cy="786787"/>
      </dsp:txXfrm>
    </dsp:sp>
    <dsp:sp modelId="{9E711ED1-7F77-4D3A-8321-9BC768E6D4B6}">
      <dsp:nvSpPr>
        <dsp:cNvPr id="0" name=""/>
        <dsp:cNvSpPr/>
      </dsp:nvSpPr>
      <dsp:spPr>
        <a:xfrm>
          <a:off x="2257423" y="786787"/>
          <a:ext cx="2052202" cy="2538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5240" rIns="15240" bIns="15240" numCol="1" spcCol="1270" anchor="t" anchorCtr="0">
          <a:noAutofit/>
        </a:bodyPr>
        <a:lstStyle/>
        <a:p>
          <a:pPr marL="0" lvl="0" indent="0" algn="l" defTabSz="533400">
            <a:lnSpc>
              <a:spcPct val="100000"/>
            </a:lnSpc>
            <a:spcBef>
              <a:spcPct val="0"/>
            </a:spcBef>
            <a:spcAft>
              <a:spcPct val="35000"/>
            </a:spcAft>
            <a:buNone/>
          </a:pPr>
          <a:r>
            <a:rPr lang="en-US" sz="1200" kern="1200"/>
            <a:t>Employees experience less stress and fewer rushed interactions, leading to friendlier service.</a:t>
          </a:r>
        </a:p>
      </dsp:txBody>
      <dsp:txXfrm>
        <a:off x="2257423" y="786787"/>
        <a:ext cx="2052202" cy="2538989"/>
      </dsp:txXfrm>
    </dsp:sp>
    <dsp:sp modelId="{CFE8754C-457F-4419-9A01-1560B3311225}">
      <dsp:nvSpPr>
        <dsp:cNvPr id="0" name=""/>
        <dsp:cNvSpPr/>
      </dsp:nvSpPr>
      <dsp:spPr>
        <a:xfrm>
          <a:off x="4514846" y="0"/>
          <a:ext cx="2052202" cy="78678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0320" rIns="20320" bIns="20320" numCol="1" spcCol="1270" anchor="t" anchorCtr="0">
          <a:noAutofit/>
        </a:bodyPr>
        <a:lstStyle/>
        <a:p>
          <a:pPr marL="0" lvl="0" indent="0" algn="l" defTabSz="711200">
            <a:lnSpc>
              <a:spcPct val="100000"/>
            </a:lnSpc>
            <a:spcBef>
              <a:spcPct val="0"/>
            </a:spcBef>
            <a:spcAft>
              <a:spcPct val="35000"/>
            </a:spcAft>
            <a:buNone/>
            <a:defRPr b="1"/>
          </a:pPr>
          <a:r>
            <a:rPr lang="en-US" sz="1600" kern="1200"/>
            <a:t>Enhanced Customer and Employee Experience</a:t>
          </a:r>
        </a:p>
      </dsp:txBody>
      <dsp:txXfrm>
        <a:off x="4514846" y="0"/>
        <a:ext cx="2052202" cy="786787"/>
      </dsp:txXfrm>
    </dsp:sp>
    <dsp:sp modelId="{45B08E6F-CB59-4F32-A0AA-BF22D914EDB8}">
      <dsp:nvSpPr>
        <dsp:cNvPr id="0" name=""/>
        <dsp:cNvSpPr/>
      </dsp:nvSpPr>
      <dsp:spPr>
        <a:xfrm>
          <a:off x="4514846" y="786787"/>
          <a:ext cx="2052202" cy="2538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5240" rIns="15240" bIns="15240" numCol="1" spcCol="1270" anchor="t" anchorCtr="0">
          <a:noAutofit/>
        </a:bodyPr>
        <a:lstStyle/>
        <a:p>
          <a:pPr marL="0" lvl="0" indent="0" algn="l" defTabSz="533400">
            <a:lnSpc>
              <a:spcPct val="100000"/>
            </a:lnSpc>
            <a:spcBef>
              <a:spcPct val="0"/>
            </a:spcBef>
            <a:spcAft>
              <a:spcPct val="35000"/>
            </a:spcAft>
            <a:buNone/>
          </a:pPr>
          <a:r>
            <a:rPr lang="en-US" sz="1200" kern="1200"/>
            <a:t>Operational and employee benefits work together to improve overall experience for both customers and staff.</a:t>
          </a:r>
        </a:p>
      </dsp:txBody>
      <dsp:txXfrm>
        <a:off x="4514846" y="786787"/>
        <a:ext cx="2052202" cy="2538989"/>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F72E3C0-A73B-4FED-9DC6-89E4DBA49954}">
      <dsp:nvSpPr>
        <dsp:cNvPr id="0" name=""/>
        <dsp:cNvSpPr/>
      </dsp:nvSpPr>
      <dsp:spPr>
        <a:xfrm>
          <a:off x="0" y="0"/>
          <a:ext cx="2052202" cy="5784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1590" rIns="21590" bIns="21590" numCol="1" spcCol="1270" anchor="t" anchorCtr="0">
          <a:noAutofit/>
        </a:bodyPr>
        <a:lstStyle/>
        <a:p>
          <a:pPr marL="0" lvl="0" indent="0" algn="l" defTabSz="755650">
            <a:lnSpc>
              <a:spcPct val="100000"/>
            </a:lnSpc>
            <a:spcBef>
              <a:spcPct val="0"/>
            </a:spcBef>
            <a:spcAft>
              <a:spcPct val="35000"/>
            </a:spcAft>
            <a:buNone/>
            <a:defRPr b="1"/>
          </a:pPr>
          <a:r>
            <a:rPr lang="en-US" sz="1700" kern="1200" dirty="0"/>
            <a:t>Increased Transaction Volume</a:t>
          </a:r>
        </a:p>
      </dsp:txBody>
      <dsp:txXfrm>
        <a:off x="0" y="0"/>
        <a:ext cx="2052202" cy="578434"/>
      </dsp:txXfrm>
    </dsp:sp>
    <dsp:sp modelId="{0C713CAE-EE00-4C33-BF02-920334E77DA5}">
      <dsp:nvSpPr>
        <dsp:cNvPr id="0" name=""/>
        <dsp:cNvSpPr/>
      </dsp:nvSpPr>
      <dsp:spPr>
        <a:xfrm>
          <a:off x="0" y="578434"/>
          <a:ext cx="2052202" cy="2538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6510" rIns="16510" bIns="16510" numCol="1" spcCol="1270" anchor="t" anchorCtr="0">
          <a:noAutofit/>
        </a:bodyPr>
        <a:lstStyle/>
        <a:p>
          <a:pPr marL="0" lvl="0" indent="0" algn="l" defTabSz="577850">
            <a:lnSpc>
              <a:spcPct val="100000"/>
            </a:lnSpc>
            <a:spcBef>
              <a:spcPct val="0"/>
            </a:spcBef>
            <a:spcAft>
              <a:spcPct val="35000"/>
            </a:spcAft>
            <a:buNone/>
          </a:pPr>
          <a:r>
            <a:rPr lang="en-US" sz="1300" kern="1200"/>
            <a:t>Improved speed is projected to boost daily transaction volume by about 12 percent, enhancing revenue potential.</a:t>
          </a:r>
        </a:p>
      </dsp:txBody>
      <dsp:txXfrm>
        <a:off x="0" y="578434"/>
        <a:ext cx="2052202" cy="2538989"/>
      </dsp:txXfrm>
    </dsp:sp>
    <dsp:sp modelId="{9A66E839-769E-484E-8536-A358A6053498}">
      <dsp:nvSpPr>
        <dsp:cNvPr id="0" name=""/>
        <dsp:cNvSpPr/>
      </dsp:nvSpPr>
      <dsp:spPr>
        <a:xfrm>
          <a:off x="2257423" y="0"/>
          <a:ext cx="2052202" cy="5784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1590" rIns="21590" bIns="21590" numCol="1" spcCol="1270" anchor="t" anchorCtr="0">
          <a:noAutofit/>
        </a:bodyPr>
        <a:lstStyle/>
        <a:p>
          <a:pPr marL="0" lvl="0" indent="0" algn="l" defTabSz="755650">
            <a:lnSpc>
              <a:spcPct val="100000"/>
            </a:lnSpc>
            <a:spcBef>
              <a:spcPct val="0"/>
            </a:spcBef>
            <a:spcAft>
              <a:spcPct val="35000"/>
            </a:spcAft>
            <a:buNone/>
            <a:defRPr b="1"/>
          </a:pPr>
          <a:r>
            <a:rPr lang="en-US" sz="1700" kern="1200" dirty="0"/>
            <a:t>Investment Payback Period</a:t>
          </a:r>
        </a:p>
      </dsp:txBody>
      <dsp:txXfrm>
        <a:off x="2257423" y="0"/>
        <a:ext cx="2052202" cy="578434"/>
      </dsp:txXfrm>
    </dsp:sp>
    <dsp:sp modelId="{51E9C5C9-863D-4D5D-AB3F-FA1F0111970F}">
      <dsp:nvSpPr>
        <dsp:cNvPr id="0" name=""/>
        <dsp:cNvSpPr/>
      </dsp:nvSpPr>
      <dsp:spPr>
        <a:xfrm>
          <a:off x="2257423" y="578434"/>
          <a:ext cx="2052202" cy="2538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6510" rIns="16510" bIns="16510" numCol="1" spcCol="1270" anchor="t" anchorCtr="0">
          <a:noAutofit/>
        </a:bodyPr>
        <a:lstStyle/>
        <a:p>
          <a:pPr marL="0" lvl="0" indent="0" algn="l" defTabSz="577850">
            <a:lnSpc>
              <a:spcPct val="100000"/>
            </a:lnSpc>
            <a:spcBef>
              <a:spcPct val="0"/>
            </a:spcBef>
            <a:spcAft>
              <a:spcPct val="35000"/>
            </a:spcAft>
            <a:buNone/>
          </a:pPr>
          <a:r>
            <a:rPr lang="en-US" sz="1300" kern="1200"/>
            <a:t>A $15,000 investment is expected to pay back within six months, even with conservative estimates.</a:t>
          </a:r>
        </a:p>
      </dsp:txBody>
      <dsp:txXfrm>
        <a:off x="2257423" y="578434"/>
        <a:ext cx="2052202" cy="2538989"/>
      </dsp:txXfrm>
    </dsp:sp>
    <dsp:sp modelId="{6799033F-27C5-4E43-A3E5-6FC83D57D0CD}">
      <dsp:nvSpPr>
        <dsp:cNvPr id="0" name=""/>
        <dsp:cNvSpPr/>
      </dsp:nvSpPr>
      <dsp:spPr>
        <a:xfrm>
          <a:off x="4514846" y="0"/>
          <a:ext cx="2052202" cy="57843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1590" rIns="21590" bIns="21590" numCol="1" spcCol="1270" anchor="t" anchorCtr="0">
          <a:noAutofit/>
        </a:bodyPr>
        <a:lstStyle/>
        <a:p>
          <a:pPr marL="0" lvl="0" indent="0" algn="l" defTabSz="755650">
            <a:lnSpc>
              <a:spcPct val="100000"/>
            </a:lnSpc>
            <a:spcBef>
              <a:spcPct val="0"/>
            </a:spcBef>
            <a:spcAft>
              <a:spcPct val="35000"/>
            </a:spcAft>
            <a:buNone/>
            <a:defRPr b="1"/>
          </a:pPr>
          <a:r>
            <a:rPr lang="en-US" sz="1700" kern="1200"/>
            <a:t>Risk and Sensitivity Analysis</a:t>
          </a:r>
        </a:p>
      </dsp:txBody>
      <dsp:txXfrm>
        <a:off x="4514846" y="0"/>
        <a:ext cx="2052202" cy="578434"/>
      </dsp:txXfrm>
    </dsp:sp>
    <dsp:sp modelId="{CCF81440-4124-41C3-B186-610409A01536}">
      <dsp:nvSpPr>
        <dsp:cNvPr id="0" name=""/>
        <dsp:cNvSpPr/>
      </dsp:nvSpPr>
      <dsp:spPr>
        <a:xfrm>
          <a:off x="4514846" y="578434"/>
          <a:ext cx="2052202" cy="253898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6510" rIns="16510" bIns="16510" numCol="1" spcCol="1270" anchor="t" anchorCtr="0">
          <a:noAutofit/>
        </a:bodyPr>
        <a:lstStyle/>
        <a:p>
          <a:pPr marL="0" lvl="0" indent="0" algn="l" defTabSz="577850">
            <a:lnSpc>
              <a:spcPct val="100000"/>
            </a:lnSpc>
            <a:spcBef>
              <a:spcPct val="0"/>
            </a:spcBef>
            <a:spcAft>
              <a:spcPct val="35000"/>
            </a:spcAft>
            <a:buNone/>
          </a:pPr>
          <a:r>
            <a:rPr lang="en-US" sz="1300" kern="1200" dirty="0"/>
            <a:t>Demand variability and adoption challenges pose risks, but downside risk remains limited compared to potential gains.</a:t>
          </a:r>
        </a:p>
      </dsp:txBody>
      <dsp:txXfrm>
        <a:off x="4514846" y="578434"/>
        <a:ext cx="2052202" cy="2538989"/>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E44395-66F8-4B5D-9125-75373CCF666D}">
      <dsp:nvSpPr>
        <dsp:cNvPr id="0" name=""/>
        <dsp:cNvSpPr/>
      </dsp:nvSpPr>
      <dsp:spPr>
        <a:xfrm>
          <a:off x="0" y="0"/>
          <a:ext cx="2052202" cy="6087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Investment Decision</a:t>
          </a:r>
        </a:p>
      </dsp:txBody>
      <dsp:txXfrm>
        <a:off x="0" y="0"/>
        <a:ext cx="2052202" cy="608739"/>
      </dsp:txXfrm>
    </dsp:sp>
    <dsp:sp modelId="{6C193546-A72A-4311-9880-CF0CBA7673F2}">
      <dsp:nvSpPr>
        <dsp:cNvPr id="0" name=""/>
        <dsp:cNvSpPr/>
      </dsp:nvSpPr>
      <dsp:spPr>
        <a:xfrm>
          <a:off x="0" y="608739"/>
          <a:ext cx="2052202" cy="27511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Proceeding with the espresso machine investment addresses key service quality improvements based on customer feedback.</a:t>
          </a:r>
        </a:p>
      </dsp:txBody>
      <dsp:txXfrm>
        <a:off x="0" y="608739"/>
        <a:ext cx="2052202" cy="2751131"/>
      </dsp:txXfrm>
    </dsp:sp>
    <dsp:sp modelId="{9EAD3A2A-DE23-4118-B188-2ADFA8C3B183}">
      <dsp:nvSpPr>
        <dsp:cNvPr id="0" name=""/>
        <dsp:cNvSpPr/>
      </dsp:nvSpPr>
      <dsp:spPr>
        <a:xfrm>
          <a:off x="2257423" y="0"/>
          <a:ext cx="2052202" cy="6087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Customer-Centered Approach</a:t>
          </a:r>
        </a:p>
      </dsp:txBody>
      <dsp:txXfrm>
        <a:off x="2257423" y="0"/>
        <a:ext cx="2052202" cy="608739"/>
      </dsp:txXfrm>
    </dsp:sp>
    <dsp:sp modelId="{16BB8BB4-3879-4ABB-8701-2C32C413753C}">
      <dsp:nvSpPr>
        <dsp:cNvPr id="0" name=""/>
        <dsp:cNvSpPr/>
      </dsp:nvSpPr>
      <dsp:spPr>
        <a:xfrm>
          <a:off x="2257423" y="608739"/>
          <a:ext cx="2052202" cy="27511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The recommendation is grounded firmly in customer data focusing on the most critical service quality gap.</a:t>
          </a:r>
        </a:p>
      </dsp:txBody>
      <dsp:txXfrm>
        <a:off x="2257423" y="608739"/>
        <a:ext cx="2052202" cy="2751131"/>
      </dsp:txXfrm>
    </dsp:sp>
    <dsp:sp modelId="{FC198C17-F372-4AEE-AFD2-E184487B09D8}">
      <dsp:nvSpPr>
        <dsp:cNvPr id="0" name=""/>
        <dsp:cNvSpPr/>
      </dsp:nvSpPr>
      <dsp:spPr>
        <a:xfrm>
          <a:off x="4514846" y="0"/>
          <a:ext cx="2052202" cy="60873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22860" rIns="22860" bIns="22860" numCol="1" spcCol="1270" anchor="t" anchorCtr="0">
          <a:noAutofit/>
        </a:bodyPr>
        <a:lstStyle/>
        <a:p>
          <a:pPr marL="0" lvl="0" indent="0" algn="l" defTabSz="800100">
            <a:lnSpc>
              <a:spcPct val="100000"/>
            </a:lnSpc>
            <a:spcBef>
              <a:spcPct val="0"/>
            </a:spcBef>
            <a:spcAft>
              <a:spcPct val="35000"/>
            </a:spcAft>
            <a:buNone/>
            <a:defRPr b="1"/>
          </a:pPr>
          <a:r>
            <a:rPr lang="en-US" sz="1800" kern="1200"/>
            <a:t>Competitive Advantage</a:t>
          </a:r>
        </a:p>
      </dsp:txBody>
      <dsp:txXfrm>
        <a:off x="4514846" y="0"/>
        <a:ext cx="2052202" cy="608739"/>
      </dsp:txXfrm>
    </dsp:sp>
    <dsp:sp modelId="{F39516BE-4A13-4BB6-A15F-A5B4BC94AD0D}">
      <dsp:nvSpPr>
        <dsp:cNvPr id="0" name=""/>
        <dsp:cNvSpPr/>
      </dsp:nvSpPr>
      <dsp:spPr>
        <a:xfrm>
          <a:off x="4514846" y="608739"/>
          <a:ext cx="2052202" cy="275113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7160" tIns="17780" rIns="17780" bIns="17780" numCol="1" spcCol="1270" anchor="t" anchorCtr="0">
          <a:noAutofit/>
        </a:bodyPr>
        <a:lstStyle/>
        <a:p>
          <a:pPr marL="0" lvl="0" indent="0" algn="l" defTabSz="622300">
            <a:lnSpc>
              <a:spcPct val="100000"/>
            </a:lnSpc>
            <a:spcBef>
              <a:spcPct val="0"/>
            </a:spcBef>
            <a:spcAft>
              <a:spcPct val="35000"/>
            </a:spcAft>
            <a:buNone/>
          </a:pPr>
          <a:r>
            <a:rPr lang="en-US" sz="1400" kern="1200"/>
            <a:t>This approach will strengthen BrewHaven's competitive position and support sustainable business growth.</a:t>
          </a:r>
        </a:p>
      </dsp:txBody>
      <dsp:txXfrm>
        <a:off x="4514846" y="608739"/>
        <a:ext cx="2052202" cy="2751131"/>
      </dsp:txXfrm>
    </dsp:sp>
  </dsp:spTree>
</dsp:drawing>
</file>

<file path=ppt/diagrams/layout1.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6.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8.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9.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0.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11.xml><?xml version="1.0" encoding="utf-8"?>
<dgm:layoutDef xmlns:dgm="http://schemas.openxmlformats.org/drawingml/2006/diagram" xmlns:a="http://schemas.openxmlformats.org/drawingml/2006/main" uniqueId="urn:microsoft.com/office/officeart/2024/3/layout/hArchList1">
  <dgm:title val="Horizontal Text Blocks"/>
  <dgm:desc val="Short bits of text with formatted headers. Use as an easier-to-read alternative to a bulleted list."/>
  <dgm:catLst>
    <dgm:cat type="list" pri="100"/>
    <dgm:cat type="timeline" pri="500"/>
    <dgm:cat type="process" pri="600"/>
  </dgm:catLst>
  <dgm:sampData>
    <dgm:dataModel>
      <dgm:ptLst>
        <dgm:pt modelId="0" type="doc"/>
        <dgm:pt modelId="1">
          <dgm:prSet phldr="1"/>
        </dgm:pt>
        <dgm:pt modelId="2">
          <dgm:prSet phldr="1"/>
        </dgm:pt>
        <dgm:pt modelId="3">
          <dgm:prSet phldr="1"/>
        </dgm:pt>
        <dgm:pt modelId="4">
          <dgm:prSet phldr="1"/>
        </dgm:pt>
      </dgm:ptLst>
      <dgm:cxnLst>
        <dgm:cxn modelId="7" srcId="0" destId="1" srcOrd="0" destOrd="0"/>
        <dgm:cxn modelId="8" srcId="0" destId="2" srcOrd="1" destOrd="0"/>
        <dgm:cxn modelId="9" srcId="0" destId="3" srcOrd="2" destOrd="0"/>
        <dgm:cxn modelId="10"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vertAlign" val="t"/>
          <dgm:param type="horzAlign" val="l"/>
        </dgm:alg>
      </dgm:if>
      <dgm:else name="Name3">
        <dgm:alg type="lin">
          <dgm:param type="vertAlign" val="t"/>
          <dgm:param type="horzAlign" val="r"/>
        </dgm:alg>
      </dgm:else>
    </dgm:choose>
    <dgm:presOf/>
    <dgm:constrLst>
      <dgm:constr type="primFontSz" for="des" forName="pictRect" op="equ" val="18"/>
      <dgm:constr type="primFontSz" for="des" forName="textRect" refType="primFontSz" refFor="des" refForName="pictRect" op="equ" fact="0.77"/>
      <dgm:constr type="w" for="ch" forName="compNode" refType="w"/>
      <dgm:constr type="h" for="ch" forName="compNode" refType="h"/>
      <dgm:constr type="h" for="des" forName="pictRect" op="equ"/>
      <dgm:constr type="h" for="des" forName="pictRect" refType="primFontSz" refFor="des" refForName="pictRect" fact="3"/>
      <dgm:constr type="w" for="ch" ptType="sibTrans" refType="w" refFor="ch" refForName="compNode" op="equ" fact="0.1"/>
      <dgm:constr type="sp" refType="w" refFor="ch" refForName="compNode" op="equ" fact="0.1"/>
    </dgm:constrLst>
    <dgm:ruleLst/>
    <dgm:forEach name="Name4" axis="ch" ptType="node" cnt="20">
      <dgm:layoutNode name="compNode">
        <dgm:alg type="composite"/>
        <dgm:shape xmlns:r="http://schemas.openxmlformats.org/officeDocument/2006/relationships" r:blip="">
          <dgm:adjLst/>
        </dgm:shape>
        <dgm:presOf axis="self"/>
        <dgm:constrLst>
          <dgm:constr type="h" for="ch" forName="pictRect" refType="h" fact="0.1"/>
          <dgm:constr type="l" for="ch" forName="pictRect"/>
          <dgm:constr type="t" for="ch" forName="pictRect"/>
          <dgm:constr type="l" for="ch" forName="textRect"/>
          <dgm:constr type="t" for="ch" forName="textRect" refType="b" refFor="ch" refForName="pictRect"/>
        </dgm:constrLst>
        <dgm:ruleLst/>
        <dgm:layoutNode name="pictRect" styleLbl="revTx">
          <dgm:varLst>
            <dgm:chMax val="0"/>
            <dgm:bulletEnabled/>
          </dgm:varLst>
          <dgm:alg type="tx">
            <dgm:param type="parTxLTRAlign" val="l"/>
            <dgm:param type="parTxRTLAlign" val="r"/>
            <dgm:param type="txAnchorVert" val="t"/>
          </dgm:alg>
          <dgm:shape xmlns:r="http://schemas.openxmlformats.org/officeDocument/2006/relationships" type="rect" r:blip="">
            <dgm:adjLst/>
          </dgm:shape>
          <dgm:presOf axis="self"/>
          <dgm:choose name="choosePictRectConstraints">
            <dgm:if name="ifPictRectConstraints" func="var" arg="dir" op="equ" val="norm">
              <dgm:constrLst>
                <dgm:constr type="h" refType="w" op="lte" fact="0.4"/>
                <dgm:constr type="lMarg" val="10.8"/>
                <dgm:constr type="rMarg" refType="primFontSz" fact="0.1"/>
                <dgm:constr type="tMarg" refType="primFontSz" fact="0.1"/>
                <dgm:constr type="bMarg" refType="primFontSz" fact="0.1"/>
              </dgm:constrLst>
            </dgm:if>
            <dgm:else name="elsePictRectConstraints">
              <dgm:constrLst>
                <dgm:constr type="lMarg" refType="primFontSz" fact="0.1"/>
                <dgm:constr type="rMarg" val="10.8"/>
                <dgm:constr type="tMarg" refType="primFontSz" fact="0.1"/>
                <dgm:constr type="bMarg" refType="primFontSz" fact="0.1"/>
              </dgm:constrLst>
            </dgm:else>
          </dgm:choose>
          <dgm:ruleLst>
            <dgm:rule type="h" val="INF" fact="NaN" max="NaN"/>
            <dgm:rule type="primFontSz" val="5" fact="NaN" max="NaN"/>
          </dgm:ruleLst>
        </dgm:layoutNode>
        <dgm:layoutNode name="textRect" styleLbl="revTx">
          <dgm:varLst>
            <dgm:bulletEnabled/>
          </dgm:varLst>
          <dgm:alg type="tx">
            <dgm:param type="parTxLTRAlign" val="l"/>
            <dgm:param type="parTxRTLAlign" val="r"/>
            <dgm:param type="txAnchorVert" val="t"/>
          </dgm:alg>
          <dgm:shape xmlns:r="http://schemas.openxmlformats.org/officeDocument/2006/relationships" type="rect" r:blip="">
            <dgm:adjLst/>
          </dgm:shape>
          <dgm:presOf axis="des" ptType="node"/>
          <dgm:choose name="chooseTextRectConstraints">
            <dgm:if name="ifTextRectConstraints" func="var" arg="dir" op="equ" val="norm">
              <dgm:constrLst>
                <dgm:constr type="lMarg" val="10.8"/>
                <dgm:constr type="rMarg" refType="primFontSz" fact="0.1"/>
                <dgm:constr type="tMarg" refType="primFontSz" fact="0.1"/>
                <dgm:constr type="bMarg" refType="primFontSz" fact="0.1"/>
              </dgm:constrLst>
            </dgm:if>
            <dgm:else name="elseTextRectConstraints">
              <dgm:constrLst>
                <dgm:constr type="lMarg" refType="primFontSz" fact="0.1"/>
                <dgm:constr type="rMarg" val="10.8"/>
                <dgm:constr type="tMarg" refType="primFontSz" fact="0.1"/>
                <dgm:constr type="bMarg" refType="primFontSz" fact="0.1"/>
              </dgm:constrLst>
            </dgm:else>
          </dgm:choose>
          <dgm:ruleLst>
            <dgm:rule type="primFontSz" val="5" fact="NaN" max="NaN"/>
          </dgm:ruleLst>
        </dgm:layoutNode>
      </dgm:layoutNode>
      <dgm:forEach name="Name5"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918B56-CBDF-4350-8291-6B24F6F49E7F}" type="datetimeFigureOut">
              <a:t>3/25/2026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B2991C2-985F-4E6B-B230-1F16AE73D611}" type="slidenum">
              <a:t>‹#›</a:t>
            </a:fld>
            <a:endParaRPr lang="en-US"/>
          </a:p>
        </p:txBody>
      </p:sp>
    </p:spTree>
    <p:extLst>
      <p:ext uri="{BB962C8B-B14F-4D97-AF65-F5344CB8AC3E}">
        <p14:creationId xmlns:p14="http://schemas.microsoft.com/office/powerpoint/2010/main" val="41991614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D4DD965-39C5-248A-3F95-DA08F6F6898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38316A6-2122-DDEF-5F8D-70CADE08E2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158494-76B9-F9F1-2990-958961B938F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849F1EF-31D2-C065-05B5-8170274700A9}"/>
              </a:ext>
            </a:extLst>
          </p:cNvPr>
          <p:cNvSpPr>
            <a:spLocks noGrp="1"/>
          </p:cNvSpPr>
          <p:nvPr>
            <p:ph type="sldNum" sz="quarter" idx="5"/>
          </p:nvPr>
        </p:nvSpPr>
        <p:spPr/>
        <p:txBody>
          <a:bodyPr/>
          <a:lstStyle/>
          <a:p>
            <a:fld id="{0A6945B7-4ED6-49C1-BE72-AF1945F61064}" type="slidenum">
              <a:t>1</a:t>
            </a:fld>
            <a:endParaRPr lang="en-US"/>
          </a:p>
        </p:txBody>
      </p:sp>
    </p:spTree>
    <p:extLst>
      <p:ext uri="{BB962C8B-B14F-4D97-AF65-F5344CB8AC3E}">
        <p14:creationId xmlns:p14="http://schemas.microsoft.com/office/powerpoint/2010/main" val="5024186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Project Purpose and Strategic Context, Competitive Café Environment, Key Customer Segments, Why Segmentation Drives Better Decisions, Role of Data in Small Business Quality Improvement</a:t>
            </a:r>
          </a:p>
        </p:txBody>
      </p:sp>
      <p:sp>
        <p:nvSpPr>
          <p:cNvPr id="4" name="Slide Number Placeholder 3"/>
          <p:cNvSpPr>
            <a:spLocks noGrp="1"/>
          </p:cNvSpPr>
          <p:nvPr>
            <p:ph type="sldNum" sz="quarter" idx="5"/>
          </p:nvPr>
        </p:nvSpPr>
        <p:spPr/>
        <p:txBody>
          <a:bodyPr/>
          <a:lstStyle/>
          <a:p>
            <a:fld id="{0A6945B7-4ED6-49C1-BE72-AF1945F61064}" type="slidenum">
              <a:t>2</a:t>
            </a:fld>
            <a:endParaRPr lang="en-US"/>
          </a:p>
        </p:txBody>
      </p:sp>
    </p:spTree>
    <p:extLst>
      <p:ext uri="{BB962C8B-B14F-4D97-AF65-F5344CB8AC3E}">
        <p14:creationId xmlns:p14="http://schemas.microsoft.com/office/powerpoint/2010/main" val="32313350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This presentation examines a quality improvement initiative for </a:t>
            </a:r>
            <a:r>
              <a:rPr lang="en-US" dirty="0" err="1"/>
              <a:t>CampusWay</a:t>
            </a:r>
            <a:r>
              <a:rPr lang="en-US" dirty="0"/>
              <a:t> Café, a small independent coffee shop operating in a competitive urban environment. The purpose of the project is to identify where limited resources should be invested to improve customer satisfaction and business performance. Rather than assuming what customers value, the project uses a structured, data-driven approach to understand service quality from the customer’s perspective. This approach is especially important for small businesses like </a:t>
            </a:r>
            <a:r>
              <a:rPr lang="en-US" dirty="0" err="1"/>
              <a:t>CampusWay</a:t>
            </a:r>
            <a:r>
              <a:rPr lang="en-US" dirty="0"/>
              <a:t> where margins are tight and misallocated investments can quickly erode profitability. The project focuses on service quality because it is a key differentiator in the café industry, alongside price and location. Customers may tolerate slightly higher prices or longer walks, but they are less forgiving of poor service experiences. By explicitly linking customer expectations to operational decisions, the project aims to support smarter, more defensible management choices. The analysis is framed as a practical quality improvement exercise rather than an academic study, prioritizing actionable insights over statistical perfection. Ultimately, the goal is to ensure that </a:t>
            </a:r>
            <a:r>
              <a:rPr lang="en-US" dirty="0" err="1"/>
              <a:t>CampusWay</a:t>
            </a:r>
            <a:r>
              <a:rPr lang="en-US" dirty="0"/>
              <a:t> invests in improvements that customers actually notice, value, and reward through repeat visits and increased spending, strengthening the café’s competitive position over time.</a:t>
            </a:r>
          </a:p>
        </p:txBody>
      </p:sp>
      <p:sp>
        <p:nvSpPr>
          <p:cNvPr id="4" name="Slide Number Placeholder 3"/>
          <p:cNvSpPr>
            <a:spLocks noGrp="1"/>
          </p:cNvSpPr>
          <p:nvPr>
            <p:ph type="sldNum" sz="quarter" idx="5"/>
          </p:nvPr>
        </p:nvSpPr>
        <p:spPr/>
        <p:txBody>
          <a:bodyPr/>
          <a:lstStyle/>
          <a:p>
            <a:fld id="{0A6945B7-4ED6-49C1-BE72-AF1945F61064}" type="slidenum">
              <a:t>3</a:t>
            </a:fld>
            <a:endParaRPr lang="en-US"/>
          </a:p>
        </p:txBody>
      </p:sp>
    </p:spTree>
    <p:extLst>
      <p:ext uri="{BB962C8B-B14F-4D97-AF65-F5344CB8AC3E}">
        <p14:creationId xmlns:p14="http://schemas.microsoft.com/office/powerpoint/2010/main" val="402058936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CampusWay</a:t>
            </a:r>
            <a:r>
              <a:rPr lang="en-US" dirty="0"/>
              <a:t> operates in a dense café market where customers have many alternatives within a short walking distance. Large chains compete aggressively on speed and consistency, while other independent cafés differentiate through ambiance or specialty offerings. This environment creates high customer choice and low switching costs, meaning even small service failures can lead customers to choose a competitor. Speed of service is particularly salient in this market, as chains have trained customers to expect fast, predictable transactions, especially during peak hours. Independent cafés like </a:t>
            </a:r>
            <a:r>
              <a:rPr lang="en-US" dirty="0" err="1"/>
              <a:t>CampusWay</a:t>
            </a:r>
            <a:r>
              <a:rPr lang="en-US" dirty="0"/>
              <a:t> must therefore be deliberate about where they compete and how they allocate resources. Competing on every dimension simultaneously is unrealistic given staffing, space, and capital constraints. Instead, understanding which dimensions of service quality matter most to customers becomes a strategic necessity. The competitive context amplifies the cost of misalignment between customer expectations and operational performance. In this setting, quality improvement is not about incremental perfection but about closing the most damaging gaps that drive customer dissatisfaction and defection.</a:t>
            </a:r>
          </a:p>
        </p:txBody>
      </p:sp>
      <p:sp>
        <p:nvSpPr>
          <p:cNvPr id="4" name="Slide Number Placeholder 3"/>
          <p:cNvSpPr>
            <a:spLocks noGrp="1"/>
          </p:cNvSpPr>
          <p:nvPr>
            <p:ph type="sldNum" sz="quarter" idx="5"/>
          </p:nvPr>
        </p:nvSpPr>
        <p:spPr/>
        <p:txBody>
          <a:bodyPr/>
          <a:lstStyle/>
          <a:p>
            <a:fld id="{0A6945B7-4ED6-49C1-BE72-AF1945F61064}" type="slidenum">
              <a:t>4</a:t>
            </a:fld>
            <a:endParaRPr lang="en-US"/>
          </a:p>
        </p:txBody>
      </p:sp>
    </p:spTree>
    <p:extLst>
      <p:ext uri="{BB962C8B-B14F-4D97-AF65-F5344CB8AC3E}">
        <p14:creationId xmlns:p14="http://schemas.microsoft.com/office/powerpoint/2010/main" val="2544760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t>
            </a:r>
            <a:r>
              <a:rPr lang="en-US" dirty="0" err="1"/>
              <a:t>CampusWay</a:t>
            </a:r>
            <a:r>
              <a:rPr lang="en-US" dirty="0"/>
              <a:t> serves several distinct customer segments, each with different needs and usage patterns. Students represent the largest and most time-sensitive group, often visiting between classes and prioritizing speed and affordability. Remote workers tend to stay longer, valuing reliability, comfort, and a predictable experience that supports extended work sessions. Walk-in customers and neighborhood visitors are more likely to prioritize friendliness, product quality, and overall atmosphere. These segments overlap in the same physical space but evaluate service quality through different lenses. Treating all customers as a single homogeneous group risks obscuring these differences and diluting improvement efforts. Recognizing segmentation helps explain why certain service dimensions generate stronger reactions than others. In particular, the dominance of students during peak periods magnifies the importance of speed-related issues. Understanding who the customers are, and when they visit, provides essential context for interpreting survey results and translating them into operational decisions.</a:t>
            </a:r>
          </a:p>
        </p:txBody>
      </p:sp>
      <p:sp>
        <p:nvSpPr>
          <p:cNvPr id="4" name="Slide Number Placeholder 3"/>
          <p:cNvSpPr>
            <a:spLocks noGrp="1"/>
          </p:cNvSpPr>
          <p:nvPr>
            <p:ph type="sldNum" sz="quarter" idx="5"/>
          </p:nvPr>
        </p:nvSpPr>
        <p:spPr/>
        <p:txBody>
          <a:bodyPr/>
          <a:lstStyle/>
          <a:p>
            <a:fld id="{0A6945B7-4ED6-49C1-BE72-AF1945F61064}" type="slidenum">
              <a:t>5</a:t>
            </a:fld>
            <a:endParaRPr lang="en-US"/>
          </a:p>
        </p:txBody>
      </p:sp>
    </p:spTree>
    <p:extLst>
      <p:ext uri="{BB962C8B-B14F-4D97-AF65-F5344CB8AC3E}">
        <p14:creationId xmlns:p14="http://schemas.microsoft.com/office/powerpoint/2010/main" val="35267486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Customer segmentation matters because it allows </a:t>
            </a:r>
            <a:r>
              <a:rPr lang="en-US" dirty="0" err="1"/>
              <a:t>CampusWay</a:t>
            </a:r>
            <a:r>
              <a:rPr lang="en-US" dirty="0"/>
              <a:t> to prioritize improvements that affect the largest or most influential groups. Not all dissatisfaction carries the same business risk; losing a frequent student customer during peak hours may be more damaging than disappointing an occasional visitor. Segmentation also helps avoid over-investing in features that appeal to a smaller subset of customers while neglecting core pain points. For example, enhancements to ambiance may delight long-stay remote workers but do little to address bottlenecks experienced by students during rush periods. By explicitly considering segments, management can better align service design with demand patterns. This perspective reinforces the need for data-driven quality assessment, ensuring that improvement initiatives are justified not only by customer preferences but also by their strategic impact on volume and revenue.</a:t>
            </a:r>
          </a:p>
        </p:txBody>
      </p:sp>
      <p:sp>
        <p:nvSpPr>
          <p:cNvPr id="4" name="Slide Number Placeholder 3"/>
          <p:cNvSpPr>
            <a:spLocks noGrp="1"/>
          </p:cNvSpPr>
          <p:nvPr>
            <p:ph type="sldNum" sz="quarter" idx="5"/>
          </p:nvPr>
        </p:nvSpPr>
        <p:spPr/>
        <p:txBody>
          <a:bodyPr/>
          <a:lstStyle/>
          <a:p>
            <a:fld id="{0A6945B7-4ED6-49C1-BE72-AF1945F61064}" type="slidenum">
              <a:t>6</a:t>
            </a:fld>
            <a:endParaRPr lang="en-US"/>
          </a:p>
        </p:txBody>
      </p:sp>
    </p:spTree>
    <p:extLst>
      <p:ext uri="{BB962C8B-B14F-4D97-AF65-F5344CB8AC3E}">
        <p14:creationId xmlns:p14="http://schemas.microsoft.com/office/powerpoint/2010/main" val="37374322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For small businesses, data-driven decision-making is often perceived as complex or resource-intensive. This project demonstrates that even simple tools, such as short customer surveys, can generate valuable insights. The emphasis is not on statistical sophistication but on structured listening. By collecting and analyzing customer feedback systematically, </a:t>
            </a:r>
            <a:r>
              <a:rPr lang="en-US" dirty="0" err="1"/>
              <a:t>CampusWay</a:t>
            </a:r>
            <a:r>
              <a:rPr lang="en-US" dirty="0"/>
              <a:t> reduces reliance on anecdotal impressions or managerial intuition. This approach increases confidence in improvement decisions and provides a clear rationale for investments. Importantly, using data also creates a baseline against which future changes can be evaluated. In a competitive environment, the ability to justify decisions with customer evidence strengthens both operational discipline and long-term strategic thinking.</a:t>
            </a:r>
          </a:p>
        </p:txBody>
      </p:sp>
      <p:sp>
        <p:nvSpPr>
          <p:cNvPr id="4" name="Slide Number Placeholder 3"/>
          <p:cNvSpPr>
            <a:spLocks noGrp="1"/>
          </p:cNvSpPr>
          <p:nvPr>
            <p:ph type="sldNum" sz="quarter" idx="5"/>
          </p:nvPr>
        </p:nvSpPr>
        <p:spPr/>
        <p:txBody>
          <a:bodyPr/>
          <a:lstStyle/>
          <a:p>
            <a:fld id="{0A6945B7-4ED6-49C1-BE72-AF1945F61064}" type="slidenum">
              <a:t>7</a:t>
            </a:fld>
            <a:endParaRPr lang="en-US"/>
          </a:p>
        </p:txBody>
      </p:sp>
    </p:spTree>
    <p:extLst>
      <p:ext uri="{BB962C8B-B14F-4D97-AF65-F5344CB8AC3E}">
        <p14:creationId xmlns:p14="http://schemas.microsoft.com/office/powerpoint/2010/main" val="72824529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Understanding the Voice of the Customer, Survey Design and Sample, Importance and Performance Ratings, Quality Dimensions Evaluated, Reliability and Limitations</a:t>
            </a:r>
          </a:p>
        </p:txBody>
      </p:sp>
      <p:sp>
        <p:nvSpPr>
          <p:cNvPr id="4" name="Slide Number Placeholder 3"/>
          <p:cNvSpPr>
            <a:spLocks noGrp="1"/>
          </p:cNvSpPr>
          <p:nvPr>
            <p:ph type="sldNum" sz="quarter" idx="5"/>
          </p:nvPr>
        </p:nvSpPr>
        <p:spPr/>
        <p:txBody>
          <a:bodyPr/>
          <a:lstStyle/>
          <a:p>
            <a:fld id="{0A6945B7-4ED6-49C1-BE72-AF1945F61064}" type="slidenum">
              <a:t>8</a:t>
            </a:fld>
            <a:endParaRPr lang="en-US"/>
          </a:p>
        </p:txBody>
      </p:sp>
    </p:spTree>
    <p:extLst>
      <p:ext uri="{BB962C8B-B14F-4D97-AF65-F5344CB8AC3E}">
        <p14:creationId xmlns:p14="http://schemas.microsoft.com/office/powerpoint/2010/main" val="214294713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voice of the customer refers to the explicit and implicit expectations customers hold regarding a service experience. In this project, it serves as the foundation for defining quality. Rather than assuming what customers care about, </a:t>
            </a:r>
            <a:r>
              <a:rPr lang="en-US" dirty="0" err="1"/>
              <a:t>CampusWay</a:t>
            </a:r>
            <a:r>
              <a:rPr lang="en-US" dirty="0"/>
              <a:t> directly asked them to evaluate different service dimensions. This approach aligns with quality management principles that define quality as conformance to customer expectations. Capturing the voice of the customer is particularly valuable in service settings, where quality is experienced subjectively and in real time. By translating these perceptions into measurable dimensions, the project creates a bridge between customer experience and operational performance. This ensures that improvement efforts are grounded in what customers actually value, not what managers believe they should value.</a:t>
            </a:r>
          </a:p>
        </p:txBody>
      </p:sp>
      <p:sp>
        <p:nvSpPr>
          <p:cNvPr id="4" name="Slide Number Placeholder 3"/>
          <p:cNvSpPr>
            <a:spLocks noGrp="1"/>
          </p:cNvSpPr>
          <p:nvPr>
            <p:ph type="sldNum" sz="quarter" idx="5"/>
          </p:nvPr>
        </p:nvSpPr>
        <p:spPr/>
        <p:txBody>
          <a:bodyPr/>
          <a:lstStyle/>
          <a:p>
            <a:fld id="{0A6945B7-4ED6-49C1-BE72-AF1945F61064}" type="slidenum">
              <a:t>9</a:t>
            </a:fld>
            <a:endParaRPr lang="en-US"/>
          </a:p>
        </p:txBody>
      </p:sp>
    </p:spTree>
    <p:extLst>
      <p:ext uri="{BB962C8B-B14F-4D97-AF65-F5344CB8AC3E}">
        <p14:creationId xmlns:p14="http://schemas.microsoft.com/office/powerpoint/2010/main" val="228608631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project used a short, structured survey administered to 30 </a:t>
            </a:r>
            <a:r>
              <a:rPr lang="en-US" dirty="0" err="1"/>
              <a:t>CampusWay</a:t>
            </a:r>
            <a:r>
              <a:rPr lang="en-US" dirty="0"/>
              <a:t> customers. While modest in size, the sample was sufficient to identify clear patterns in customer priorities. Respondents were asked to rate multiple service dimensions using a Likert scale. The survey was intentionally kept simple to encourage participation and reduce response fatigue. This design reflects the practical constraints of a busy café environment, where lengthy surveys would be unrealistic. The focus was on capturing directional insights rather than producing statistically generalizable results. For a small business, this balance between rigor and feasibility is critical.</a:t>
            </a:r>
          </a:p>
        </p:txBody>
      </p:sp>
      <p:sp>
        <p:nvSpPr>
          <p:cNvPr id="4" name="Slide Number Placeholder 3"/>
          <p:cNvSpPr>
            <a:spLocks noGrp="1"/>
          </p:cNvSpPr>
          <p:nvPr>
            <p:ph type="sldNum" sz="quarter" idx="5"/>
          </p:nvPr>
        </p:nvSpPr>
        <p:spPr/>
        <p:txBody>
          <a:bodyPr/>
          <a:lstStyle/>
          <a:p>
            <a:fld id="{0A6945B7-4ED6-49C1-BE72-AF1945F61064}" type="slidenum">
              <a:t>10</a:t>
            </a:fld>
            <a:endParaRPr lang="en-US"/>
          </a:p>
        </p:txBody>
      </p:sp>
    </p:spTree>
    <p:extLst>
      <p:ext uri="{BB962C8B-B14F-4D97-AF65-F5344CB8AC3E}">
        <p14:creationId xmlns:p14="http://schemas.microsoft.com/office/powerpoint/2010/main" val="27885938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Each service dimension was rated twice: once for importance and once for perceived performance. Importance ratings indicate how much customers value a particular aspect of the experience, while performance ratings reflect how well BrewHaven currently delivers on that dimension. This dual-rating approach allows for direct comparison between expectations and reality. It moves beyond simple satisfaction scores by revealing not just where performance is low, but where it is low relative to importance. This distinction is essential for prioritization, as not all low-performing areas have equal impact on customer satisfaction.</a:t>
            </a:r>
          </a:p>
        </p:txBody>
      </p:sp>
      <p:sp>
        <p:nvSpPr>
          <p:cNvPr id="4" name="Slide Number Placeholder 3"/>
          <p:cNvSpPr>
            <a:spLocks noGrp="1"/>
          </p:cNvSpPr>
          <p:nvPr>
            <p:ph type="sldNum" sz="quarter" idx="5"/>
          </p:nvPr>
        </p:nvSpPr>
        <p:spPr/>
        <p:txBody>
          <a:bodyPr/>
          <a:lstStyle/>
          <a:p>
            <a:fld id="{0A6945B7-4ED6-49C1-BE72-AF1945F61064}" type="slidenum">
              <a:t>11</a:t>
            </a:fld>
            <a:endParaRPr lang="en-US"/>
          </a:p>
        </p:txBody>
      </p:sp>
    </p:spTree>
    <p:extLst>
      <p:ext uri="{BB962C8B-B14F-4D97-AF65-F5344CB8AC3E}">
        <p14:creationId xmlns:p14="http://schemas.microsoft.com/office/powerpoint/2010/main" val="195736299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survey evaluated seven dimensions of service quality, including speed of service, beverage quality, friendliness, cleanliness, ambiance, value, and WiFi availability. These dimensions were chosen to reflect both functional and experiential aspects of the café visit. Functional elements, such as speed and accuracy, directly affect transaction efficiency, while experiential elements shape emotional responses and brand perception. Including both types ensures a holistic view of quality. This comprehensive approach helps identify trade-offs and potential over-investments across different aspects of the service experience.</a:t>
            </a:r>
          </a:p>
        </p:txBody>
      </p:sp>
      <p:sp>
        <p:nvSpPr>
          <p:cNvPr id="4" name="Slide Number Placeholder 3"/>
          <p:cNvSpPr>
            <a:spLocks noGrp="1"/>
          </p:cNvSpPr>
          <p:nvPr>
            <p:ph type="sldNum" sz="quarter" idx="5"/>
          </p:nvPr>
        </p:nvSpPr>
        <p:spPr/>
        <p:txBody>
          <a:bodyPr/>
          <a:lstStyle/>
          <a:p>
            <a:fld id="{0A6945B7-4ED6-49C1-BE72-AF1945F61064}" type="slidenum">
              <a:t>12</a:t>
            </a:fld>
            <a:endParaRPr lang="en-US"/>
          </a:p>
        </p:txBody>
      </p:sp>
    </p:spTree>
    <p:extLst>
      <p:ext uri="{BB962C8B-B14F-4D97-AF65-F5344CB8AC3E}">
        <p14:creationId xmlns:p14="http://schemas.microsoft.com/office/powerpoint/2010/main" val="37054778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As with any small-sample study, the results have limitations. The survey reflects customer perceptions at a single point in time and may not capture seasonal or day-to-day variation. However, the consistency of responses across participants provides confidence in the overall direction of the findings. For decision-making purposes, the data are sufficiently reliable to highlight major gaps and guide improvement priorities. Acknowledging these limitations ensures that conclusions are used appropriately, as directional guidance rather than precise measurement.</a:t>
            </a:r>
          </a:p>
        </p:txBody>
      </p:sp>
      <p:sp>
        <p:nvSpPr>
          <p:cNvPr id="4" name="Slide Number Placeholder 3"/>
          <p:cNvSpPr>
            <a:spLocks noGrp="1"/>
          </p:cNvSpPr>
          <p:nvPr>
            <p:ph type="sldNum" sz="quarter" idx="5"/>
          </p:nvPr>
        </p:nvSpPr>
        <p:spPr/>
        <p:txBody>
          <a:bodyPr/>
          <a:lstStyle/>
          <a:p>
            <a:fld id="{0A6945B7-4ED6-49C1-BE72-AF1945F61064}" type="slidenum">
              <a:t>13</a:t>
            </a:fld>
            <a:endParaRPr lang="en-US"/>
          </a:p>
        </p:txBody>
      </p:sp>
    </p:spTree>
    <p:extLst>
      <p:ext uri="{BB962C8B-B14F-4D97-AF65-F5344CB8AC3E}">
        <p14:creationId xmlns:p14="http://schemas.microsoft.com/office/powerpoint/2010/main" val="18487774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Importance–Performance Gap Analysis, Speed of Service as the Top Priority, Largest Negative Performance Gap, Strengths in Beverage Quality and Friendliness, Over-Investment in Lower-Priority Areas</a:t>
            </a:r>
          </a:p>
        </p:txBody>
      </p:sp>
      <p:sp>
        <p:nvSpPr>
          <p:cNvPr id="4" name="Slide Number Placeholder 3"/>
          <p:cNvSpPr>
            <a:spLocks noGrp="1"/>
          </p:cNvSpPr>
          <p:nvPr>
            <p:ph type="sldNum" sz="quarter" idx="5"/>
          </p:nvPr>
        </p:nvSpPr>
        <p:spPr/>
        <p:txBody>
          <a:bodyPr/>
          <a:lstStyle/>
          <a:p>
            <a:fld id="{0A6945B7-4ED6-49C1-BE72-AF1945F61064}" type="slidenum">
              <a:t>14</a:t>
            </a:fld>
            <a:endParaRPr lang="en-US"/>
          </a:p>
        </p:txBody>
      </p:sp>
    </p:spTree>
    <p:extLst>
      <p:ext uri="{BB962C8B-B14F-4D97-AF65-F5344CB8AC3E}">
        <p14:creationId xmlns:p14="http://schemas.microsoft.com/office/powerpoint/2010/main" val="29722606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Comparing importance and performance scores reveals where </a:t>
            </a:r>
            <a:r>
              <a:rPr lang="en-US" dirty="0" err="1"/>
              <a:t>CampusWay’s</a:t>
            </a:r>
            <a:r>
              <a:rPr lang="en-US" dirty="0"/>
              <a:t> service delivery is misaligned with customer expectations. A positive gap indicates that performance exceeds importance, suggesting potential over-investment. A negative gap indicates underperformance in areas customers care deeply about. This gap-based perspective transforms raw survey data into actionable insight. It provides a clear framework for prioritization by focusing attention on the most consequential mismatches rather than isolated low scores.</a:t>
            </a:r>
          </a:p>
        </p:txBody>
      </p:sp>
      <p:sp>
        <p:nvSpPr>
          <p:cNvPr id="4" name="Slide Number Placeholder 3"/>
          <p:cNvSpPr>
            <a:spLocks noGrp="1"/>
          </p:cNvSpPr>
          <p:nvPr>
            <p:ph type="sldNum" sz="quarter" idx="5"/>
          </p:nvPr>
        </p:nvSpPr>
        <p:spPr/>
        <p:txBody>
          <a:bodyPr/>
          <a:lstStyle/>
          <a:p>
            <a:fld id="{0A6945B7-4ED6-49C1-BE72-AF1945F61064}" type="slidenum">
              <a:t>15</a:t>
            </a:fld>
            <a:endParaRPr lang="en-US"/>
          </a:p>
        </p:txBody>
      </p:sp>
    </p:spTree>
    <p:extLst>
      <p:ext uri="{BB962C8B-B14F-4D97-AF65-F5344CB8AC3E}">
        <p14:creationId xmlns:p14="http://schemas.microsoft.com/office/powerpoint/2010/main" val="15456966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Speed of service emerged as the most important dimension across respondents, receiving the highest importance rating. This result reflects the time-sensitive nature of </a:t>
            </a:r>
            <a:r>
              <a:rPr lang="en-US" dirty="0" err="1"/>
              <a:t>CampusWay’s</a:t>
            </a:r>
            <a:r>
              <a:rPr lang="en-US" dirty="0"/>
              <a:t> core customer base, particularly students. High importance alone would warrant attention, but speed also showed relatively weak performance. This combination makes it the most critical area for improvement. Customers clearly signal that delays undermine their overall experience, regardless of strengths in other areas.</a:t>
            </a:r>
          </a:p>
        </p:txBody>
      </p:sp>
      <p:sp>
        <p:nvSpPr>
          <p:cNvPr id="4" name="Slide Number Placeholder 3"/>
          <p:cNvSpPr>
            <a:spLocks noGrp="1"/>
          </p:cNvSpPr>
          <p:nvPr>
            <p:ph type="sldNum" sz="quarter" idx="5"/>
          </p:nvPr>
        </p:nvSpPr>
        <p:spPr/>
        <p:txBody>
          <a:bodyPr/>
          <a:lstStyle/>
          <a:p>
            <a:fld id="{0A6945B7-4ED6-49C1-BE72-AF1945F61064}" type="slidenum">
              <a:t>16</a:t>
            </a:fld>
            <a:endParaRPr lang="en-US"/>
          </a:p>
        </p:txBody>
      </p:sp>
    </p:spTree>
    <p:extLst>
      <p:ext uri="{BB962C8B-B14F-4D97-AF65-F5344CB8AC3E}">
        <p14:creationId xmlns:p14="http://schemas.microsoft.com/office/powerpoint/2010/main" val="118745024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Among all dimensions, speed of service exhibited the largest negative gap between importance and performance. This indicates that BrewHaven is falling short precisely where it matters most. Such a gap poses a direct risk to customer retention and peak-hour revenue. From a quality management perspective, this is the most urgent problem to address, as improvements here are likely to yield the greatest gains in satisfaction and loyalty.</a:t>
            </a:r>
          </a:p>
        </p:txBody>
      </p:sp>
      <p:sp>
        <p:nvSpPr>
          <p:cNvPr id="4" name="Slide Number Placeholder 3"/>
          <p:cNvSpPr>
            <a:spLocks noGrp="1"/>
          </p:cNvSpPr>
          <p:nvPr>
            <p:ph type="sldNum" sz="quarter" idx="5"/>
          </p:nvPr>
        </p:nvSpPr>
        <p:spPr/>
        <p:txBody>
          <a:bodyPr/>
          <a:lstStyle/>
          <a:p>
            <a:fld id="{0A6945B7-4ED6-49C1-BE72-AF1945F61064}" type="slidenum">
              <a:t>17</a:t>
            </a:fld>
            <a:endParaRPr lang="en-US"/>
          </a:p>
        </p:txBody>
      </p:sp>
    </p:spTree>
    <p:extLst>
      <p:ext uri="{BB962C8B-B14F-4D97-AF65-F5344CB8AC3E}">
        <p14:creationId xmlns:p14="http://schemas.microsoft.com/office/powerpoint/2010/main" val="4034134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analysis also highlights areas of strong performance, particularly beverage quality and staff friendliness. These dimensions scored high on performance and align well with customer expectations. These strengths represent important assets for BrewHaven’s brand and should be maintained. However, the results suggest diminishing returns from further investment in these areas compared to addressing speed-related issues.</a:t>
            </a:r>
          </a:p>
        </p:txBody>
      </p:sp>
      <p:sp>
        <p:nvSpPr>
          <p:cNvPr id="4" name="Slide Number Placeholder 3"/>
          <p:cNvSpPr>
            <a:spLocks noGrp="1"/>
          </p:cNvSpPr>
          <p:nvPr>
            <p:ph type="sldNum" sz="quarter" idx="5"/>
          </p:nvPr>
        </p:nvSpPr>
        <p:spPr/>
        <p:txBody>
          <a:bodyPr/>
          <a:lstStyle/>
          <a:p>
            <a:fld id="{0A6945B7-4ED6-49C1-BE72-AF1945F61064}" type="slidenum">
              <a:t>18</a:t>
            </a:fld>
            <a:endParaRPr lang="en-US"/>
          </a:p>
        </p:txBody>
      </p:sp>
    </p:spTree>
    <p:extLst>
      <p:ext uri="{BB962C8B-B14F-4D97-AF65-F5344CB8AC3E}">
        <p14:creationId xmlns:p14="http://schemas.microsoft.com/office/powerpoint/2010/main" val="27610905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WiFi availability and ambiance performed well but ranked lower in importance. This indicates potential over-investment relative to their impact on satisfaction. While these elements contribute to the overall experience, they do not compensate for slow service. Recognizing over-investment helps free up resources for higher-impact improvements without necessarily degrading the customer experience.</a:t>
            </a:r>
          </a:p>
        </p:txBody>
      </p:sp>
      <p:sp>
        <p:nvSpPr>
          <p:cNvPr id="4" name="Slide Number Placeholder 3"/>
          <p:cNvSpPr>
            <a:spLocks noGrp="1"/>
          </p:cNvSpPr>
          <p:nvPr>
            <p:ph type="sldNum" sz="quarter" idx="5"/>
          </p:nvPr>
        </p:nvSpPr>
        <p:spPr/>
        <p:txBody>
          <a:bodyPr/>
          <a:lstStyle/>
          <a:p>
            <a:fld id="{0A6945B7-4ED6-49C1-BE72-AF1945F61064}" type="slidenum">
              <a:t>19</a:t>
            </a:fld>
            <a:endParaRPr lang="en-US"/>
          </a:p>
        </p:txBody>
      </p:sp>
    </p:spTree>
    <p:extLst>
      <p:ext uri="{BB962C8B-B14F-4D97-AF65-F5344CB8AC3E}">
        <p14:creationId xmlns:p14="http://schemas.microsoft.com/office/powerpoint/2010/main" val="180515800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Strategic Focus on Speed Improvement, Proposed Investment in Equipment, Operational and Employee Benefits, Financial Impact and Risk, Final Recommendation and Conclusion</a:t>
            </a:r>
          </a:p>
        </p:txBody>
      </p:sp>
      <p:sp>
        <p:nvSpPr>
          <p:cNvPr id="4" name="Slide Number Placeholder 3"/>
          <p:cNvSpPr>
            <a:spLocks noGrp="1"/>
          </p:cNvSpPr>
          <p:nvPr>
            <p:ph type="sldNum" sz="quarter" idx="5"/>
          </p:nvPr>
        </p:nvSpPr>
        <p:spPr/>
        <p:txBody>
          <a:bodyPr/>
          <a:lstStyle/>
          <a:p>
            <a:fld id="{0A6945B7-4ED6-49C1-BE72-AF1945F61064}" type="slidenum">
              <a:t>20</a:t>
            </a:fld>
            <a:endParaRPr lang="en-US"/>
          </a:p>
        </p:txBody>
      </p:sp>
    </p:spTree>
    <p:extLst>
      <p:ext uri="{BB962C8B-B14F-4D97-AF65-F5344CB8AC3E}">
        <p14:creationId xmlns:p14="http://schemas.microsoft.com/office/powerpoint/2010/main" val="3033599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Based on the findings, the strategic recommendation is to prioritize improvements that directly increase service speed. This focus aligns customer expectations with operational performance and addresses the most damaging quality gap. Concentrating on a single high-impact area allows BrewHaven to deploy resources efficiently rather than spreading them thinly across multiple initiatives.</a:t>
            </a:r>
          </a:p>
        </p:txBody>
      </p:sp>
      <p:sp>
        <p:nvSpPr>
          <p:cNvPr id="4" name="Slide Number Placeholder 3"/>
          <p:cNvSpPr>
            <a:spLocks noGrp="1"/>
          </p:cNvSpPr>
          <p:nvPr>
            <p:ph type="sldNum" sz="quarter" idx="5"/>
          </p:nvPr>
        </p:nvSpPr>
        <p:spPr/>
        <p:txBody>
          <a:bodyPr/>
          <a:lstStyle/>
          <a:p>
            <a:fld id="{0A6945B7-4ED6-49C1-BE72-AF1945F61064}" type="slidenum">
              <a:t>21</a:t>
            </a:fld>
            <a:endParaRPr lang="en-US"/>
          </a:p>
        </p:txBody>
      </p:sp>
    </p:spTree>
    <p:extLst>
      <p:ext uri="{BB962C8B-B14F-4D97-AF65-F5344CB8AC3E}">
        <p14:creationId xmlns:p14="http://schemas.microsoft.com/office/powerpoint/2010/main" val="202382127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The project recommends investing in a higher-capacity espresso machine designed to handle peak demand more efficiently. Equipment constraints were identified as a key contributor to slow service during busy periods. Unlike adding labor, which increases ongoing costs, this investment targets a structural bottleneck in the workflow. The machine improves both speed and consistency, supporting long-term operational efficiency.</a:t>
            </a:r>
          </a:p>
        </p:txBody>
      </p:sp>
      <p:sp>
        <p:nvSpPr>
          <p:cNvPr id="4" name="Slide Number Placeholder 3"/>
          <p:cNvSpPr>
            <a:spLocks noGrp="1"/>
          </p:cNvSpPr>
          <p:nvPr>
            <p:ph type="sldNum" sz="quarter" idx="5"/>
          </p:nvPr>
        </p:nvSpPr>
        <p:spPr/>
        <p:txBody>
          <a:bodyPr/>
          <a:lstStyle/>
          <a:p>
            <a:fld id="{0A6945B7-4ED6-49C1-BE72-AF1945F61064}" type="slidenum">
              <a:t>22</a:t>
            </a:fld>
            <a:endParaRPr lang="en-US"/>
          </a:p>
        </p:txBody>
      </p:sp>
    </p:spTree>
    <p:extLst>
      <p:ext uri="{BB962C8B-B14F-4D97-AF65-F5344CB8AC3E}">
        <p14:creationId xmlns:p14="http://schemas.microsoft.com/office/powerpoint/2010/main" val="73179764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Operationally, the new machine reduces average drink preparation time, shortens queues, and smooths peak-hour flow. For employees, this translates into lower stress and fewer rushed interactions, which can indirectly support friendliness and accuracy. These benefits reinforce each other, improving both customer and employee experience.</a:t>
            </a:r>
          </a:p>
        </p:txBody>
      </p:sp>
      <p:sp>
        <p:nvSpPr>
          <p:cNvPr id="4" name="Slide Number Placeholder 3"/>
          <p:cNvSpPr>
            <a:spLocks noGrp="1"/>
          </p:cNvSpPr>
          <p:nvPr>
            <p:ph type="sldNum" sz="quarter" idx="5"/>
          </p:nvPr>
        </p:nvSpPr>
        <p:spPr/>
        <p:txBody>
          <a:bodyPr/>
          <a:lstStyle/>
          <a:p>
            <a:fld id="{0A6945B7-4ED6-49C1-BE72-AF1945F61064}" type="slidenum">
              <a:t>23</a:t>
            </a:fld>
            <a:endParaRPr lang="en-US"/>
          </a:p>
        </p:txBody>
      </p:sp>
    </p:spTree>
    <p:extLst>
      <p:ext uri="{BB962C8B-B14F-4D97-AF65-F5344CB8AC3E}">
        <p14:creationId xmlns:p14="http://schemas.microsoft.com/office/powerpoint/2010/main" val="22447571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Financial analysis suggests that improved speed could increase daily transaction volume by approximately 12 percent. Even under conservative assumptions, the $15,000 investment achieves payback in roughly six months. Risks include demand variability and adoption challenges, but sensitivity analysis indicates that the downside risk is limited relative to potential upside.</a:t>
            </a:r>
          </a:p>
        </p:txBody>
      </p:sp>
      <p:sp>
        <p:nvSpPr>
          <p:cNvPr id="4" name="Slide Number Placeholder 3"/>
          <p:cNvSpPr>
            <a:spLocks noGrp="1"/>
          </p:cNvSpPr>
          <p:nvPr>
            <p:ph type="sldNum" sz="quarter" idx="5"/>
          </p:nvPr>
        </p:nvSpPr>
        <p:spPr/>
        <p:txBody>
          <a:bodyPr/>
          <a:lstStyle/>
          <a:p>
            <a:fld id="{0A6945B7-4ED6-49C1-BE72-AF1945F61064}" type="slidenum">
              <a:t>24</a:t>
            </a:fld>
            <a:endParaRPr lang="en-US"/>
          </a:p>
        </p:txBody>
      </p:sp>
    </p:spTree>
    <p:extLst>
      <p:ext uri="{BB962C8B-B14F-4D97-AF65-F5344CB8AC3E}">
        <p14:creationId xmlns:p14="http://schemas.microsoft.com/office/powerpoint/2010/main" val="139413642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The final recommendation is to proceed with the espresso machine investment and associated workflow adjustments. This decision is firmly grounded in customer data and addresses the most critical service quality gap. By listening to customers and focusing on what matters most, </a:t>
            </a:r>
            <a:r>
              <a:rPr lang="en-US" dirty="0" err="1"/>
              <a:t>CampusWay</a:t>
            </a:r>
            <a:r>
              <a:rPr lang="en-US" dirty="0"/>
              <a:t> can strengthen its competitive position, improve satisfaction, and support sustainable growth.</a:t>
            </a:r>
          </a:p>
        </p:txBody>
      </p:sp>
      <p:sp>
        <p:nvSpPr>
          <p:cNvPr id="4" name="Slide Number Placeholder 3"/>
          <p:cNvSpPr>
            <a:spLocks noGrp="1"/>
          </p:cNvSpPr>
          <p:nvPr>
            <p:ph type="sldNum" sz="quarter" idx="5"/>
          </p:nvPr>
        </p:nvSpPr>
        <p:spPr/>
        <p:txBody>
          <a:bodyPr/>
          <a:lstStyle/>
          <a:p>
            <a:fld id="{0A6945B7-4ED6-49C1-BE72-AF1945F61064}" type="slidenum">
              <a:t>25</a:t>
            </a:fld>
            <a:endParaRPr lang="en-US"/>
          </a:p>
        </p:txBody>
      </p:sp>
    </p:spTree>
    <p:extLst>
      <p:ext uri="{BB962C8B-B14F-4D97-AF65-F5344CB8AC3E}">
        <p14:creationId xmlns:p14="http://schemas.microsoft.com/office/powerpoint/2010/main" val="168481129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685800" y="240410"/>
            <a:ext cx="10813067" cy="783835"/>
          </a:xfrm>
        </p:spPr>
        <p:txBody>
          <a:bodyPr vert="horz" lIns="91440" tIns="45720" rIns="91440" bIns="45720" rtlCol="0" anchor="b">
            <a:normAutofit/>
          </a:bodyPr>
          <a:lstStyle>
            <a:lvl1pPr>
              <a:defRPr lang="en-US" sz="3600" dirty="0">
                <a:solidFill>
                  <a:schemeClr val="tx2">
                    <a:alpha val="90000"/>
                  </a:schemeClr>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685800" y="998185"/>
            <a:ext cx="10813067" cy="541508"/>
          </a:xfrm>
        </p:spPr>
        <p:txBody>
          <a:bodyPr vert="horz" lIns="91440" tIns="45720" rIns="91440" bIns="45720" rtlCol="0">
            <a:normAutofit/>
          </a:bodyPr>
          <a:lstStyle>
            <a:lvl1pPr marL="0" indent="0">
              <a:buNone/>
              <a:defRPr lang="en-US" dirty="0"/>
            </a:lvl1pPr>
          </a:lstStyle>
          <a:p>
            <a:pPr lvl="0"/>
            <a:r>
              <a:rPr lang="en-US"/>
              <a:t>Click to edit Master subtitle style</a:t>
            </a:r>
            <a:endParaRPr lang="en-US" dirty="0"/>
          </a:p>
        </p:txBody>
      </p:sp>
      <p:sp>
        <p:nvSpPr>
          <p:cNvPr id="16" name="Picture Placeholder 15">
            <a:extLst>
              <a:ext uri="{FF2B5EF4-FFF2-40B4-BE49-F238E27FC236}">
                <a16:creationId xmlns:a16="http://schemas.microsoft.com/office/drawing/2014/main" id="{569E8996-63F9-282F-EB89-823A9E405F96}"/>
              </a:ext>
            </a:extLst>
          </p:cNvPr>
          <p:cNvSpPr>
            <a:spLocks noGrp="1"/>
          </p:cNvSpPr>
          <p:nvPr>
            <p:ph type="pic" sz="quarter" idx="13" hasCustomPrompt="1"/>
          </p:nvPr>
        </p:nvSpPr>
        <p:spPr>
          <a:xfrm>
            <a:off x="462974" y="1606318"/>
            <a:ext cx="11268845" cy="4791456"/>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a:xfrm>
            <a:off x="640080" y="6445997"/>
            <a:ext cx="3949302" cy="365125"/>
          </a:xfrm>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solidFill>
              </a:defRPr>
            </a:lvl1pPr>
          </a:lstStyle>
          <a:p>
            <a:fld id="{8B12FF42-78AA-43B7-BE38-617D6A986F75}" type="datetime1">
              <a:rPr lang="en-US" smtClean="0"/>
              <a:t>3/25/2026</a:t>
            </a:fld>
            <a:endParaRPr lang="en-US"/>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FFFC4771-5A22-2E68-AB04-0949D0A15B66}"/>
              </a:ext>
            </a:extLst>
          </p:cNvPr>
          <p:cNvCxnSpPr>
            <a:cxnSpLocks/>
          </p:cNvCxnSpPr>
          <p:nvPr/>
        </p:nvCxnSpPr>
        <p:spPr>
          <a:xfrm flipH="1">
            <a:off x="0" y="159971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AA95C5A-6D75-9E1D-C459-7F2022E84F55}"/>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0ED5AC1-9F96-A868-7F45-523BF1A45E7C}"/>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60E1F764-5B01-7711-9CF1-7EA13A629701}"/>
              </a:ext>
            </a:extLst>
          </p:cNvPr>
          <p:cNvCxnSpPr>
            <a:cxnSpLocks/>
          </p:cNvCxnSpPr>
          <p:nvPr/>
        </p:nvCxnSpPr>
        <p:spPr>
          <a:xfrm flipH="1">
            <a:off x="0" y="6396171"/>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35976410"/>
      </p:ext>
    </p:extLst>
  </p:cSld>
  <p:clrMapOvr>
    <a:overrideClrMapping bg1="lt1" tx1="dk1" bg2="lt2" tx2="dk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685800" y="360221"/>
            <a:ext cx="10515600" cy="133046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685800" y="2004291"/>
            <a:ext cx="10515600" cy="41726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685800" y="6445997"/>
            <a:ext cx="3949302" cy="365125"/>
          </a:xfrm>
        </p:spPr>
        <p:txBody>
          <a:bodyPr/>
          <a:lstStyle/>
          <a:p>
            <a:r>
              <a:rPr lang="en-US"/>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2F88F8D0-0E9B-4650-859F-69E8A62E8B3F}" type="datetime1">
              <a:rPr lang="en-US" smtClean="0"/>
              <a:t>3/25/2026</a:t>
            </a:fld>
            <a:endParaRPr lang="en-US"/>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a:p>
        </p:txBody>
      </p:sp>
      <p:cxnSp>
        <p:nvCxnSpPr>
          <p:cNvPr id="15" name="Straight Connector 14">
            <a:extLst>
              <a:ext uri="{FF2B5EF4-FFF2-40B4-BE49-F238E27FC236}">
                <a16:creationId xmlns:a16="http://schemas.microsoft.com/office/drawing/2014/main" id="{176D044F-5574-D6D7-2A47-5069E411C22F}"/>
              </a:ext>
            </a:extLst>
          </p:cNvPr>
          <p:cNvCxnSpPr>
            <a:cxnSpLocks/>
          </p:cNvCxnSpPr>
          <p:nvPr/>
        </p:nvCxnSpPr>
        <p:spPr>
          <a:xfrm flipH="1">
            <a:off x="0" y="1825625"/>
            <a:ext cx="12210293"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061878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512724" y="1480212"/>
            <a:ext cx="3918954" cy="2273637"/>
          </a:xfrm>
        </p:spPr>
        <p:txBody>
          <a:bodyPr vert="horz" lIns="91440" tIns="45720" rIns="91440" bIns="45720" rtlCol="0" anchor="b">
            <a:normAutofit/>
          </a:bodyPr>
          <a:lstStyle>
            <a:lvl1pPr algn="ctr">
              <a:defRPr lang="en-US" sz="3600" dirty="0">
                <a:solidFill>
                  <a:schemeClr val="tx2">
                    <a:alpha val="90000"/>
                  </a:schemeClr>
                </a:solidFill>
              </a:defRPr>
            </a:lvl1pPr>
          </a:lstStyle>
          <a:p>
            <a:pPr lvl="0" algn="ctr"/>
            <a:r>
              <a:rPr lang="en-US"/>
              <a:t>Click to edit Master title style</a:t>
            </a:r>
            <a:endParaRPr lang="en-US" dirty="0"/>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620272" y="4232388"/>
            <a:ext cx="3703859" cy="1542770"/>
          </a:xfrm>
        </p:spPr>
        <p:txBody>
          <a:bodyPr vert="horz" lIns="91440" tIns="45720" rIns="91440" bIns="45720" rtlCol="0">
            <a:normAutofit/>
          </a:bodyPr>
          <a:lstStyle>
            <a:lvl1pPr marL="0" indent="0" algn="ctr">
              <a:buNone/>
              <a:defRPr lang="en-US" dirty="0"/>
            </a:lvl1pPr>
          </a:lstStyle>
          <a:p>
            <a:pPr lvl="0"/>
            <a:r>
              <a:rPr lang="en-US"/>
              <a:t>Click to edit Master subtitle style</a:t>
            </a:r>
            <a:endParaRPr lang="en-US" dirty="0"/>
          </a:p>
        </p:txBody>
      </p:sp>
      <p:sp>
        <p:nvSpPr>
          <p:cNvPr id="16" name="Picture Placeholder 15">
            <a:extLst>
              <a:ext uri="{FF2B5EF4-FFF2-40B4-BE49-F238E27FC236}">
                <a16:creationId xmlns:a16="http://schemas.microsoft.com/office/drawing/2014/main" id="{569E8996-63F9-282F-EB89-823A9E405F96}"/>
              </a:ext>
            </a:extLst>
          </p:cNvPr>
          <p:cNvSpPr>
            <a:spLocks noGrp="1"/>
          </p:cNvSpPr>
          <p:nvPr>
            <p:ph type="pic" sz="quarter" idx="13" hasCustomPrompt="1"/>
          </p:nvPr>
        </p:nvSpPr>
        <p:spPr>
          <a:xfrm>
            <a:off x="4958748" y="465265"/>
            <a:ext cx="7240587" cy="5927467"/>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solidFill>
              </a:defRPr>
            </a:lvl1pPr>
          </a:lstStyle>
          <a:p>
            <a:fld id="{00EF5918-5053-4743-83B7-4EAD76501314}" type="datetime1">
              <a:rPr lang="en-US" smtClean="0"/>
              <a:t>3/25/2026</a:t>
            </a:fld>
            <a:endParaRPr lang="en-US"/>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10" name="Straight Connector 9">
            <a:extLst>
              <a:ext uri="{FF2B5EF4-FFF2-40B4-BE49-F238E27FC236}">
                <a16:creationId xmlns:a16="http://schemas.microsoft.com/office/drawing/2014/main" id="{90C7E87E-EC44-47F9-6172-5EEA03DE5D87}"/>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071CA13-2095-558D-E0DC-1576A14BBE72}"/>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B159F346-B80F-F5BC-5D76-9443FA0031B4}"/>
              </a:ext>
            </a:extLst>
          </p:cNvPr>
          <p:cNvCxnSpPr>
            <a:cxnSpLocks/>
          </p:cNvCxnSpPr>
          <p:nvPr/>
        </p:nvCxnSpPr>
        <p:spPr>
          <a:xfrm>
            <a:off x="4951575"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08363252"/>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with Pictur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7772445" y="1480212"/>
            <a:ext cx="3849131" cy="2871351"/>
          </a:xfrm>
        </p:spPr>
        <p:txBody>
          <a:bodyPr anchor="ctr">
            <a:normAutofit/>
          </a:bodyPr>
          <a:lstStyle>
            <a:lvl1pPr algn="ctr">
              <a:defRPr sz="3600">
                <a:solidFill>
                  <a:schemeClr val="tx2">
                    <a:alpha val="90000"/>
                  </a:schemeClr>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7772446" y="5410440"/>
            <a:ext cx="3849128" cy="1068207"/>
          </a:xfrm>
        </p:spPr>
        <p:txBody>
          <a:bodyPr anchor="ctr">
            <a:normAutofit/>
          </a:bodyPr>
          <a:lstStyle>
            <a:lvl1pPr marL="0" indent="0" algn="ctr">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16" name="Picture Placeholder 15">
            <a:extLst>
              <a:ext uri="{FF2B5EF4-FFF2-40B4-BE49-F238E27FC236}">
                <a16:creationId xmlns:a16="http://schemas.microsoft.com/office/drawing/2014/main" id="{569E8996-63F9-282F-EB89-823A9E405F96}"/>
              </a:ext>
            </a:extLst>
          </p:cNvPr>
          <p:cNvSpPr>
            <a:spLocks noGrp="1"/>
          </p:cNvSpPr>
          <p:nvPr>
            <p:ph type="pic" sz="quarter" idx="13" hasCustomPrompt="1"/>
          </p:nvPr>
        </p:nvSpPr>
        <p:spPr>
          <a:xfrm>
            <a:off x="0" y="0"/>
            <a:ext cx="7204414" cy="6859634"/>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a:xfrm>
            <a:off x="7429501" y="6445997"/>
            <a:ext cx="2955465"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a:xfrm>
            <a:off x="10226650" y="6445997"/>
            <a:ext cx="1353059" cy="365125"/>
          </a:xfrm>
        </p:spPr>
        <p:txBody>
          <a:bodyPr/>
          <a:lstStyle>
            <a:lvl1pPr>
              <a:defRPr>
                <a:solidFill>
                  <a:schemeClr val="tx2"/>
                </a:solidFill>
              </a:defRPr>
            </a:lvl1pPr>
          </a:lstStyle>
          <a:p>
            <a:fld id="{AD495F72-74F9-4C7D-96DC-BB7900DFF168}" type="datetime1">
              <a:rPr lang="en-US" smtClean="0"/>
              <a:t>3/25/2026</a:t>
            </a:fld>
            <a:endParaRPr lang="en-US"/>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88BE003B-9AA9-5AAB-16A3-CC8CD5997AAA}"/>
              </a:ext>
            </a:extLst>
          </p:cNvPr>
          <p:cNvCxnSpPr>
            <a:cxnSpLocks/>
          </p:cNvCxnSpPr>
          <p:nvPr/>
        </p:nvCxnSpPr>
        <p:spPr>
          <a:xfrm flipH="1">
            <a:off x="7206802" y="5031087"/>
            <a:ext cx="4985198"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50CBC2A1-BC50-27CD-C764-435FA7A59ABD}"/>
              </a:ext>
            </a:extLst>
          </p:cNvPr>
          <p:cNvCxnSpPr>
            <a:cxnSpLocks/>
          </p:cNvCxnSpPr>
          <p:nvPr/>
        </p:nvCxnSpPr>
        <p:spPr>
          <a:xfrm>
            <a:off x="7206802"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23388852"/>
      </p:ext>
    </p:extLst>
  </p:cSld>
  <p:clrMapOvr>
    <a:overrideClrMapping bg1="lt1" tx1="dk1" bg2="lt2" tx2="dk2" accent1="accent1" accent2="accent2" accent3="accent3" accent4="accent4" accent5="accent5" accent6="accent6" hlink="hlink" folHlink="folHlink"/>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with Pictur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685800" y="5160261"/>
            <a:ext cx="10813067" cy="783835"/>
          </a:xfrm>
        </p:spPr>
        <p:txBody>
          <a:bodyPr vert="horz" lIns="91440" tIns="45720" rIns="91440" bIns="45720" rtlCol="0" anchor="b">
            <a:normAutofit/>
          </a:bodyPr>
          <a:lstStyle>
            <a:lvl1pPr>
              <a:defRPr lang="en-US" sz="3600" dirty="0">
                <a:solidFill>
                  <a:schemeClr val="tx2">
                    <a:alpha val="90000"/>
                  </a:schemeClr>
                </a:solidFill>
              </a:defRPr>
            </a:lvl1pPr>
          </a:lstStyle>
          <a:p>
            <a:pPr lvl="0"/>
            <a:r>
              <a:rPr lang="en-US"/>
              <a:t>Click to edit Master title style</a:t>
            </a:r>
            <a:endParaRPr lang="en-US" dirty="0"/>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685800" y="5931483"/>
            <a:ext cx="10813067" cy="611557"/>
          </a:xfrm>
        </p:spPr>
        <p:txBody>
          <a:bodyPr vert="horz" lIns="91440" tIns="45720" rIns="91440" bIns="45720" rtlCol="0">
            <a:normAutofit/>
          </a:bodyPr>
          <a:lstStyle>
            <a:lvl1pPr marL="0" indent="0">
              <a:buNone/>
              <a:defRPr lang="en-US" dirty="0"/>
            </a:lvl1pPr>
          </a:lstStyle>
          <a:p>
            <a:pPr lvl="0"/>
            <a:r>
              <a:rPr lang="en-US"/>
              <a:t>Click to edit Master subtitle style</a:t>
            </a:r>
            <a:endParaRPr lang="en-US" dirty="0"/>
          </a:p>
        </p:txBody>
      </p:sp>
      <p:sp>
        <p:nvSpPr>
          <p:cNvPr id="16" name="Picture Placeholder 15">
            <a:extLst>
              <a:ext uri="{FF2B5EF4-FFF2-40B4-BE49-F238E27FC236}">
                <a16:creationId xmlns:a16="http://schemas.microsoft.com/office/drawing/2014/main" id="{569E8996-63F9-282F-EB89-823A9E405F96}"/>
              </a:ext>
            </a:extLst>
          </p:cNvPr>
          <p:cNvSpPr>
            <a:spLocks noGrp="1"/>
          </p:cNvSpPr>
          <p:nvPr>
            <p:ph type="pic" sz="quarter" idx="13" hasCustomPrompt="1"/>
          </p:nvPr>
        </p:nvSpPr>
        <p:spPr>
          <a:xfrm>
            <a:off x="462974" y="0"/>
            <a:ext cx="11268845" cy="5019190"/>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a:xfrm>
            <a:off x="685800" y="6445997"/>
            <a:ext cx="3949302" cy="365125"/>
          </a:xfrm>
        </p:spPr>
        <p:txBody>
          <a:bodyPr/>
          <a:lstStyle>
            <a:lvl1pPr>
              <a:defRPr>
                <a:solidFill>
                  <a:schemeClr val="tx2"/>
                </a:solidFill>
              </a:defRPr>
            </a:lvl1pPr>
          </a:lstStyle>
          <a:p>
            <a:r>
              <a:rPr lang="en-US"/>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solidFill>
              </a:defRPr>
            </a:lvl1pPr>
          </a:lstStyle>
          <a:p>
            <a:fld id="{AB6383D2-C802-4DD2-AEDD-7474238763C3}" type="datetime1">
              <a:rPr lang="en-US" smtClean="0"/>
              <a:t>3/25/2026</a:t>
            </a:fld>
            <a:endParaRPr lang="en-US"/>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FFFC4771-5A22-2E68-AB04-0949D0A15B66}"/>
              </a:ext>
            </a:extLst>
          </p:cNvPr>
          <p:cNvCxnSpPr>
            <a:cxnSpLocks/>
          </p:cNvCxnSpPr>
          <p:nvPr/>
        </p:nvCxnSpPr>
        <p:spPr>
          <a:xfrm flipH="1">
            <a:off x="0" y="5019261"/>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AA95C5A-6D75-9E1D-C459-7F2022E84F55}"/>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00ED5AC1-9F96-A868-7F45-523BF1A45E7C}"/>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12885426"/>
      </p:ext>
    </p:extLst>
  </p:cSld>
  <p:clrMapOvr>
    <a:overrideClrMapping bg1="lt1" tx1="dk1" bg2="lt2" tx2="dk2" accent1="accent1" accent2="accent2" accent3="accent3" accent4="accent4" accent5="accent5" accent6="accent6" hlink="hlink" folHlink="folHlink"/>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 preserve="1">
  <p:cSld name="Titl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2096430" y="1226087"/>
            <a:ext cx="7961965" cy="3290611"/>
          </a:xfrm>
        </p:spPr>
        <p:txBody>
          <a:bodyPr anchor="ctr">
            <a:normAutofit/>
          </a:bodyPr>
          <a:lstStyle>
            <a:lvl1pPr algn="ctr">
              <a:defRPr sz="4800">
                <a:solidFill>
                  <a:schemeClr val="tx2">
                    <a:alpha val="90000"/>
                  </a:schemeClr>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2676941" y="5812260"/>
            <a:ext cx="6838118" cy="702946"/>
          </a:xfrm>
        </p:spPr>
        <p:txBody>
          <a:bodyPr anchor="ctr">
            <a:normAutofit/>
          </a:bodyPr>
          <a:lstStyle>
            <a:lvl1pPr marL="0" indent="0" algn="ctr">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a:xfrm>
            <a:off x="640080" y="6445997"/>
            <a:ext cx="3777327" cy="365125"/>
          </a:xfrm>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solidFill>
              </a:defRPr>
            </a:lvl1pPr>
          </a:lstStyle>
          <a:p>
            <a:fld id="{8A278C13-F8B8-4237-9811-6A882F130BDA}" type="datetime1">
              <a:rPr lang="en-US" smtClean="0"/>
              <a:t>3/25/2026</a:t>
            </a:fld>
            <a:endParaRPr lang="en-US"/>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a:p>
        </p:txBody>
      </p:sp>
      <p:cxnSp>
        <p:nvCxnSpPr>
          <p:cNvPr id="7" name="Straight Connector 6">
            <a:extLst>
              <a:ext uri="{FF2B5EF4-FFF2-40B4-BE49-F238E27FC236}">
                <a16:creationId xmlns:a16="http://schemas.microsoft.com/office/drawing/2014/main" id="{77C4A186-7A3C-2849-F4A7-5B5565EB29E6}"/>
              </a:ext>
            </a:extLst>
          </p:cNvPr>
          <p:cNvCxnSpPr>
            <a:cxnSpLocks/>
          </p:cNvCxnSpPr>
          <p:nvPr/>
        </p:nvCxnSpPr>
        <p:spPr>
          <a:xfrm flipH="1">
            <a:off x="0" y="5469467"/>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C92B7528-295D-CD0F-0521-B5C01EAC12DD}"/>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A26261A6-5928-598A-5A46-6855CE4DF282}"/>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0126382"/>
      </p:ext>
    </p:extLst>
  </p:cSld>
  <p:clrMapOvr>
    <a:overrideClrMapping bg1="dk1" tx1="lt1" bg2="dk2" tx2="lt2" accent1="accent1" accent2="accent2" accent3="accent3" accent4="accent4" accent5="accent5" accent6="accent6" hlink="hlink" folHlink="folHlink"/>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 preserve="1">
  <p:cSld name="Title 2">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1636222" y="1246912"/>
            <a:ext cx="8919556" cy="3050766"/>
          </a:xfrm>
        </p:spPr>
        <p:txBody>
          <a:bodyPr anchor="ctr">
            <a:normAutofit/>
          </a:bodyPr>
          <a:lstStyle>
            <a:lvl1pPr algn="ctr">
              <a:defRPr sz="5400">
                <a:solidFill>
                  <a:schemeClr val="tx2">
                    <a:alpha val="90000"/>
                  </a:schemeClr>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2451378" y="5345199"/>
            <a:ext cx="7289245" cy="1184035"/>
          </a:xfrm>
        </p:spPr>
        <p:txBody>
          <a:bodyPr anchor="ctr">
            <a:normAutofit/>
          </a:bodyPr>
          <a:lstStyle>
            <a:lvl1pPr marL="0" indent="0" algn="ctr">
              <a:buNone/>
              <a:defRPr sz="180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solidFill>
              </a:defRPr>
            </a:lvl1pPr>
          </a:lstStyle>
          <a:p>
            <a:fld id="{3545FD76-1DE6-4A1C-9609-D2819734F8F3}" type="datetime1">
              <a:rPr lang="en-US" smtClean="0"/>
              <a:t>3/25/2026</a:t>
            </a:fld>
            <a:endParaRPr lang="en-US" dirty="0"/>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dirty="0"/>
          </a:p>
        </p:txBody>
      </p:sp>
      <p:cxnSp>
        <p:nvCxnSpPr>
          <p:cNvPr id="7" name="Straight Connector 6">
            <a:extLst>
              <a:ext uri="{FF2B5EF4-FFF2-40B4-BE49-F238E27FC236}">
                <a16:creationId xmlns:a16="http://schemas.microsoft.com/office/drawing/2014/main" id="{77C4A186-7A3C-2849-F4A7-5B5565EB29E6}"/>
              </a:ext>
            </a:extLst>
          </p:cNvPr>
          <p:cNvCxnSpPr>
            <a:cxnSpLocks/>
          </p:cNvCxnSpPr>
          <p:nvPr/>
        </p:nvCxnSpPr>
        <p:spPr>
          <a:xfrm flipH="1">
            <a:off x="0" y="5016433"/>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0C7E87E-EC44-47F9-6172-5EEA03DE5D87}"/>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5968242"/>
      </p:ext>
    </p:extLst>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itle" preserve="1">
  <p:cSld name="Title 3">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509CE9-F18C-5020-CF43-5960AFE654F6}"/>
              </a:ext>
            </a:extLst>
          </p:cNvPr>
          <p:cNvSpPr>
            <a:spLocks noGrp="1"/>
          </p:cNvSpPr>
          <p:nvPr>
            <p:ph type="ctrTitle"/>
          </p:nvPr>
        </p:nvSpPr>
        <p:spPr>
          <a:xfrm>
            <a:off x="2950265" y="1400657"/>
            <a:ext cx="6291470" cy="3290611"/>
          </a:xfrm>
        </p:spPr>
        <p:txBody>
          <a:bodyPr anchor="ctr">
            <a:normAutofit/>
          </a:bodyPr>
          <a:lstStyle>
            <a:lvl1pPr algn="ctr">
              <a:defRPr sz="4800">
                <a:solidFill>
                  <a:schemeClr val="tx2">
                    <a:lumMod val="90000"/>
                    <a:alpha val="80000"/>
                  </a:schemeClr>
                </a:solidFill>
              </a:defRPr>
            </a:lvl1pPr>
          </a:lstStyle>
          <a:p>
            <a:r>
              <a:rPr lang="en-US"/>
              <a:t>Click to edit Master title style</a:t>
            </a:r>
            <a:endParaRPr lang="en-US" dirty="0"/>
          </a:p>
        </p:txBody>
      </p:sp>
      <p:sp>
        <p:nvSpPr>
          <p:cNvPr id="3" name="Subtitle 2">
            <a:extLst>
              <a:ext uri="{FF2B5EF4-FFF2-40B4-BE49-F238E27FC236}">
                <a16:creationId xmlns:a16="http://schemas.microsoft.com/office/drawing/2014/main" id="{A16B3AA5-F8D6-AB69-241F-6F8F1DD41E55}"/>
              </a:ext>
            </a:extLst>
          </p:cNvPr>
          <p:cNvSpPr>
            <a:spLocks noGrp="1"/>
          </p:cNvSpPr>
          <p:nvPr>
            <p:ph type="subTitle" idx="1"/>
          </p:nvPr>
        </p:nvSpPr>
        <p:spPr>
          <a:xfrm>
            <a:off x="2676941" y="5812260"/>
            <a:ext cx="6838118" cy="702946"/>
          </a:xfrm>
        </p:spPr>
        <p:txBody>
          <a:bodyPr anchor="ctr">
            <a:normAutofit/>
          </a:bodyPr>
          <a:lstStyle>
            <a:lvl1pPr marL="0" indent="0" algn="ctr">
              <a:buNone/>
              <a:defRPr sz="1800">
                <a:solidFill>
                  <a:schemeClr val="tx2">
                    <a:alpha val="8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5" name="Footer Placeholder 4">
            <a:extLst>
              <a:ext uri="{FF2B5EF4-FFF2-40B4-BE49-F238E27FC236}">
                <a16:creationId xmlns:a16="http://schemas.microsoft.com/office/drawing/2014/main" id="{7AE78127-77D8-DF99-4AE0-F322800B057B}"/>
              </a:ext>
            </a:extLst>
          </p:cNvPr>
          <p:cNvSpPr>
            <a:spLocks noGrp="1"/>
          </p:cNvSpPr>
          <p:nvPr>
            <p:ph type="ftr" sz="quarter" idx="11"/>
          </p:nvPr>
        </p:nvSpPr>
        <p:spPr/>
        <p:txBody>
          <a:bodyPr/>
          <a:lstStyle>
            <a:lvl1pPr>
              <a:defRPr>
                <a:solidFill>
                  <a:schemeClr val="tx2">
                    <a:alpha val="80000"/>
                  </a:schemeClr>
                </a:solidFill>
              </a:defRPr>
            </a:lvl1pPr>
          </a:lstStyle>
          <a:p>
            <a:r>
              <a:rPr lang="en-US" dirty="0"/>
              <a:t>Sample Footer Text</a:t>
            </a:r>
          </a:p>
        </p:txBody>
      </p:sp>
      <p:sp>
        <p:nvSpPr>
          <p:cNvPr id="4" name="Date Placeholder 3">
            <a:extLst>
              <a:ext uri="{FF2B5EF4-FFF2-40B4-BE49-F238E27FC236}">
                <a16:creationId xmlns:a16="http://schemas.microsoft.com/office/drawing/2014/main" id="{D2D04168-7304-004B-C2F6-42E38FDC5908}"/>
              </a:ext>
            </a:extLst>
          </p:cNvPr>
          <p:cNvSpPr>
            <a:spLocks noGrp="1"/>
          </p:cNvSpPr>
          <p:nvPr>
            <p:ph type="dt" sz="half" idx="10"/>
          </p:nvPr>
        </p:nvSpPr>
        <p:spPr/>
        <p:txBody>
          <a:bodyPr/>
          <a:lstStyle>
            <a:lvl1pPr>
              <a:defRPr>
                <a:solidFill>
                  <a:schemeClr val="tx2">
                    <a:alpha val="80000"/>
                  </a:schemeClr>
                </a:solidFill>
              </a:defRPr>
            </a:lvl1pPr>
          </a:lstStyle>
          <a:p>
            <a:fld id="{014AE7A1-FDDE-474D-BCD9-88FCF250514D}" type="datetime1">
              <a:rPr lang="en-US" smtClean="0"/>
              <a:t>3/25/2026</a:t>
            </a:fld>
            <a:endParaRPr lang="en-US" dirty="0"/>
          </a:p>
        </p:txBody>
      </p:sp>
      <p:sp>
        <p:nvSpPr>
          <p:cNvPr id="6" name="Slide Number Placeholder 5">
            <a:extLst>
              <a:ext uri="{FF2B5EF4-FFF2-40B4-BE49-F238E27FC236}">
                <a16:creationId xmlns:a16="http://schemas.microsoft.com/office/drawing/2014/main" id="{D7C58464-EE0F-215A-2FA8-F434687B9E7A}"/>
              </a:ext>
            </a:extLst>
          </p:cNvPr>
          <p:cNvSpPr>
            <a:spLocks noGrp="1"/>
          </p:cNvSpPr>
          <p:nvPr>
            <p:ph type="sldNum" sz="quarter" idx="12"/>
          </p:nvPr>
        </p:nvSpPr>
        <p:spPr/>
        <p:txBody>
          <a:bodyPr/>
          <a:lstStyle>
            <a:lvl1pPr>
              <a:defRPr>
                <a:solidFill>
                  <a:schemeClr val="tx2">
                    <a:alpha val="80000"/>
                  </a:schemeClr>
                </a:solidFill>
              </a:defRPr>
            </a:lvl1pPr>
          </a:lstStyle>
          <a:p>
            <a:fld id="{DDF60B60-82CA-4BB9-BA6E-A62FADF2374B}" type="slidenum">
              <a:rPr lang="en-US" smtClean="0"/>
              <a:t>‹#›</a:t>
            </a:fld>
            <a:endParaRPr lang="en-US" dirty="0"/>
          </a:p>
        </p:txBody>
      </p:sp>
      <p:cxnSp>
        <p:nvCxnSpPr>
          <p:cNvPr id="7" name="Straight Connector 6">
            <a:extLst>
              <a:ext uri="{FF2B5EF4-FFF2-40B4-BE49-F238E27FC236}">
                <a16:creationId xmlns:a16="http://schemas.microsoft.com/office/drawing/2014/main" id="{77C4A186-7A3C-2849-F4A7-5B5565EB29E6}"/>
              </a:ext>
            </a:extLst>
          </p:cNvPr>
          <p:cNvCxnSpPr>
            <a:cxnSpLocks/>
          </p:cNvCxnSpPr>
          <p:nvPr/>
        </p:nvCxnSpPr>
        <p:spPr>
          <a:xfrm flipH="1">
            <a:off x="0" y="5469467"/>
            <a:ext cx="12192000" cy="0"/>
          </a:xfrm>
          <a:prstGeom prst="line">
            <a:avLst/>
          </a:prstGeom>
          <a:ln w="9525">
            <a:solidFill>
              <a:schemeClr val="tx2">
                <a:lumMod val="90000"/>
                <a:alpha val="2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5860F39-D33B-13B7-DD5E-58C8CE6DCE69}"/>
              </a:ext>
            </a:extLst>
          </p:cNvPr>
          <p:cNvCxnSpPr>
            <a:cxnSpLocks/>
          </p:cNvCxnSpPr>
          <p:nvPr/>
        </p:nvCxnSpPr>
        <p:spPr>
          <a:xfrm>
            <a:off x="2317750" y="0"/>
            <a:ext cx="0" cy="6858000"/>
          </a:xfrm>
          <a:prstGeom prst="line">
            <a:avLst/>
          </a:prstGeom>
          <a:ln w="9525">
            <a:solidFill>
              <a:schemeClr val="tx2">
                <a:lumMod val="90000"/>
                <a:alpha val="20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417974A-33A9-A10C-D982-114045377C2E}"/>
              </a:ext>
            </a:extLst>
          </p:cNvPr>
          <p:cNvCxnSpPr>
            <a:cxnSpLocks/>
          </p:cNvCxnSpPr>
          <p:nvPr/>
        </p:nvCxnSpPr>
        <p:spPr>
          <a:xfrm>
            <a:off x="9874250" y="0"/>
            <a:ext cx="0" cy="6858000"/>
          </a:xfrm>
          <a:prstGeom prst="line">
            <a:avLst/>
          </a:prstGeom>
          <a:ln w="9525">
            <a:solidFill>
              <a:schemeClr val="tx2">
                <a:lumMod val="90000"/>
                <a:alpha val="2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0C7E87E-EC44-47F9-6172-5EEA03DE5D87}"/>
              </a:ext>
            </a:extLst>
          </p:cNvPr>
          <p:cNvCxnSpPr>
            <a:cxnSpLocks/>
          </p:cNvCxnSpPr>
          <p:nvPr/>
        </p:nvCxnSpPr>
        <p:spPr>
          <a:xfrm flipH="1">
            <a:off x="0" y="459932"/>
            <a:ext cx="12192000" cy="0"/>
          </a:xfrm>
          <a:prstGeom prst="line">
            <a:avLst/>
          </a:prstGeom>
          <a:ln w="9525">
            <a:solidFill>
              <a:schemeClr val="tx2">
                <a:lumMod val="90000"/>
                <a:alpha val="2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84837113"/>
      </p:ext>
    </p:extLst>
  </p:cSld>
  <p:clrMapOvr>
    <a:overrideClrMapping bg1="dk1" tx1="lt1" bg2="dk2" tx2="lt2" accent1="accent1" accent2="accent2" accent3="accent3" accent4="accent4" accent5="accent5" accent6="accent6" hlink="hlink" folHlink="folHlink"/>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1">
        <a:schemeClr val="bg2"/>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22D6AD5-6168-B411-89A9-90C82303B25C}"/>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EC6DA0-2CB8-AFC5-DB06-AB9235983979}"/>
              </a:ext>
            </a:extLst>
          </p:cNvPr>
          <p:cNvSpPr>
            <a:spLocks noGrp="1"/>
          </p:cNvSpPr>
          <p:nvPr>
            <p:ph type="title"/>
          </p:nvPr>
        </p:nvSpPr>
        <p:spPr>
          <a:xfrm>
            <a:off x="457200" y="2838087"/>
            <a:ext cx="8932653" cy="3312544"/>
          </a:xfrm>
        </p:spPr>
        <p:txBody>
          <a:bodyPr anchor="b">
            <a:normAutofit/>
          </a:bodyPr>
          <a:lstStyle>
            <a:lvl1pPr>
              <a:lnSpc>
                <a:spcPct val="80000"/>
              </a:lnSpc>
              <a:defRPr sz="6600" cap="all" baseline="0">
                <a:solidFill>
                  <a:schemeClr val="tx2">
                    <a:alpha val="55000"/>
                  </a:schemeClr>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8E16A9F-28B9-2207-66D3-D952EB7EC876}"/>
              </a:ext>
            </a:extLst>
          </p:cNvPr>
          <p:cNvSpPr>
            <a:spLocks noGrp="1"/>
          </p:cNvSpPr>
          <p:nvPr>
            <p:ph type="body" idx="1"/>
          </p:nvPr>
        </p:nvSpPr>
        <p:spPr>
          <a:xfrm>
            <a:off x="685800" y="-789870"/>
            <a:ext cx="10515600" cy="638352"/>
          </a:xfrm>
        </p:spPr>
        <p:txBody>
          <a:bodyPr>
            <a:normAutofit/>
          </a:bodyPr>
          <a:lstStyle>
            <a:lvl1pPr marL="0" indent="0">
              <a:buNone/>
              <a:defRPr sz="2000">
                <a:solidFill>
                  <a:schemeClr val="bg2"/>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28B3F77F-C41D-1011-B9F4-A5DE814F43EF}"/>
              </a:ext>
            </a:extLst>
          </p:cNvPr>
          <p:cNvSpPr>
            <a:spLocks noGrp="1"/>
          </p:cNvSpPr>
          <p:nvPr>
            <p:ph type="ftr" sz="quarter" idx="11"/>
          </p:nvPr>
        </p:nvSpPr>
        <p:spPr>
          <a:xfrm>
            <a:off x="457200" y="6445997"/>
            <a:ext cx="3751081" cy="365125"/>
          </a:xfrm>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E58CD507-925C-84B3-8F49-9F3B91209D8F}"/>
              </a:ext>
            </a:extLst>
          </p:cNvPr>
          <p:cNvSpPr>
            <a:spLocks noGrp="1"/>
          </p:cNvSpPr>
          <p:nvPr>
            <p:ph type="dt" sz="half" idx="10"/>
          </p:nvPr>
        </p:nvSpPr>
        <p:spPr/>
        <p:txBody>
          <a:bodyPr/>
          <a:lstStyle>
            <a:lvl1pPr>
              <a:defRPr>
                <a:solidFill>
                  <a:schemeClr val="tx2"/>
                </a:solidFill>
              </a:defRPr>
            </a:lvl1pPr>
          </a:lstStyle>
          <a:p>
            <a:fld id="{DAC6904D-FBDC-4E1E-863E-C45FAD9DD85B}" type="datetime1">
              <a:rPr lang="en-US" smtClean="0"/>
              <a:t>3/25/2026</a:t>
            </a:fld>
            <a:endParaRPr lang="en-US" dirty="0"/>
          </a:p>
        </p:txBody>
      </p:sp>
      <p:sp>
        <p:nvSpPr>
          <p:cNvPr id="6" name="Slide Number Placeholder 5">
            <a:extLst>
              <a:ext uri="{FF2B5EF4-FFF2-40B4-BE49-F238E27FC236}">
                <a16:creationId xmlns:a16="http://schemas.microsoft.com/office/drawing/2014/main" id="{6C13B4AE-32E8-CAFF-4A3C-6CBE4FFFA843}"/>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dirty="0"/>
          </a:p>
        </p:txBody>
      </p:sp>
      <p:cxnSp>
        <p:nvCxnSpPr>
          <p:cNvPr id="7" name="Straight Connector 6">
            <a:extLst>
              <a:ext uri="{FF2B5EF4-FFF2-40B4-BE49-F238E27FC236}">
                <a16:creationId xmlns:a16="http://schemas.microsoft.com/office/drawing/2014/main" id="{9BFA0DE8-9E4B-D747-CB64-14B8DEDC02EA}"/>
              </a:ext>
            </a:extLst>
          </p:cNvPr>
          <p:cNvCxnSpPr>
            <a:cxnSpLocks/>
          </p:cNvCxnSpPr>
          <p:nvPr/>
        </p:nvCxnSpPr>
        <p:spPr>
          <a:xfrm flipH="1">
            <a:off x="0" y="1367580"/>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11EB75EB-F27E-271A-C843-4096E1F19057}"/>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0127866"/>
      </p:ext>
    </p:extLst>
  </p:cSld>
  <p:clrMapOvr>
    <a:overrideClrMapping bg1="dk1" tx1="lt1" bg2="dk2" tx2="lt2" accent1="accent1" accent2="accent2" accent3="accent3" accent4="accent4" accent5="accent5" accent6="accent6" hlink="hlink" folHlink="folHlink"/>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2">
    <p:bg>
      <p:bgRef idx="1001">
        <a:schemeClr val="bg2"/>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4BE01F4-F5E6-FB52-8FEA-5927DFC8AA7F}"/>
              </a:ext>
            </a:extLst>
          </p:cNvPr>
          <p:cNvSpPr/>
          <p:nvPr/>
        </p:nvSpPr>
        <p:spPr>
          <a:xfrm>
            <a:off x="0" y="0"/>
            <a:ext cx="12192000" cy="6858000"/>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E4EC6DA0-2CB8-AFC5-DB06-AB9235983979}"/>
              </a:ext>
            </a:extLst>
          </p:cNvPr>
          <p:cNvSpPr>
            <a:spLocks noGrp="1"/>
          </p:cNvSpPr>
          <p:nvPr>
            <p:ph type="title"/>
          </p:nvPr>
        </p:nvSpPr>
        <p:spPr>
          <a:xfrm>
            <a:off x="457200" y="2968607"/>
            <a:ext cx="8932653" cy="3450568"/>
          </a:xfrm>
        </p:spPr>
        <p:txBody>
          <a:bodyPr anchor="b">
            <a:normAutofit/>
          </a:bodyPr>
          <a:lstStyle>
            <a:lvl1pPr>
              <a:lnSpc>
                <a:spcPct val="80000"/>
              </a:lnSpc>
              <a:defRPr sz="6600" cap="all" baseline="0">
                <a:solidFill>
                  <a:schemeClr val="tx2">
                    <a:lumMod val="90000"/>
                    <a:alpha val="65000"/>
                  </a:schemeClr>
                </a:solidFill>
              </a:defRPr>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88E16A9F-28B9-2207-66D3-D952EB7EC876}"/>
              </a:ext>
            </a:extLst>
          </p:cNvPr>
          <p:cNvSpPr>
            <a:spLocks noGrp="1"/>
          </p:cNvSpPr>
          <p:nvPr>
            <p:ph type="body" idx="1"/>
          </p:nvPr>
        </p:nvSpPr>
        <p:spPr>
          <a:xfrm>
            <a:off x="685800" y="-789870"/>
            <a:ext cx="10515600" cy="638352"/>
          </a:xfrm>
        </p:spPr>
        <p:txBody>
          <a:bodyPr>
            <a:normAutofit/>
          </a:bodyPr>
          <a:lstStyle>
            <a:lvl1pPr marL="0" indent="0">
              <a:buNone/>
              <a:defRPr sz="2000">
                <a:solidFill>
                  <a:schemeClr val="bg2"/>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5" name="Footer Placeholder 4">
            <a:extLst>
              <a:ext uri="{FF2B5EF4-FFF2-40B4-BE49-F238E27FC236}">
                <a16:creationId xmlns:a16="http://schemas.microsoft.com/office/drawing/2014/main" id="{28B3F77F-C41D-1011-B9F4-A5DE814F43EF}"/>
              </a:ext>
            </a:extLst>
          </p:cNvPr>
          <p:cNvSpPr>
            <a:spLocks noGrp="1"/>
          </p:cNvSpPr>
          <p:nvPr>
            <p:ph type="ftr" sz="quarter" idx="11"/>
          </p:nvPr>
        </p:nvSpPr>
        <p:spPr>
          <a:xfrm>
            <a:off x="457200" y="6445997"/>
            <a:ext cx="3751081" cy="365125"/>
          </a:xfrm>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E58CD507-925C-84B3-8F49-9F3B91209D8F}"/>
              </a:ext>
            </a:extLst>
          </p:cNvPr>
          <p:cNvSpPr>
            <a:spLocks noGrp="1"/>
          </p:cNvSpPr>
          <p:nvPr>
            <p:ph type="dt" sz="half" idx="10"/>
          </p:nvPr>
        </p:nvSpPr>
        <p:spPr/>
        <p:txBody>
          <a:bodyPr/>
          <a:lstStyle>
            <a:lvl1pPr>
              <a:defRPr>
                <a:solidFill>
                  <a:schemeClr val="tx2"/>
                </a:solidFill>
              </a:defRPr>
            </a:lvl1pPr>
          </a:lstStyle>
          <a:p>
            <a:fld id="{955570C2-432E-4238-AE9E-852D979BFC70}" type="datetime1">
              <a:rPr lang="en-US" smtClean="0"/>
              <a:t>3/25/2026</a:t>
            </a:fld>
            <a:endParaRPr lang="en-US" dirty="0"/>
          </a:p>
        </p:txBody>
      </p:sp>
      <p:sp>
        <p:nvSpPr>
          <p:cNvPr id="6" name="Slide Number Placeholder 5">
            <a:extLst>
              <a:ext uri="{FF2B5EF4-FFF2-40B4-BE49-F238E27FC236}">
                <a16:creationId xmlns:a16="http://schemas.microsoft.com/office/drawing/2014/main" id="{6C13B4AE-32E8-CAFF-4A3C-6CBE4FFFA843}"/>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dirty="0"/>
          </a:p>
        </p:txBody>
      </p:sp>
      <p:cxnSp>
        <p:nvCxnSpPr>
          <p:cNvPr id="7" name="Straight Connector 6">
            <a:extLst>
              <a:ext uri="{FF2B5EF4-FFF2-40B4-BE49-F238E27FC236}">
                <a16:creationId xmlns:a16="http://schemas.microsoft.com/office/drawing/2014/main" id="{9BFA0DE8-9E4B-D747-CB64-14B8DEDC02EA}"/>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795FFB35-3AE5-1BED-838E-1C6BC98721BC}"/>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19179777"/>
      </p:ext>
    </p:extLst>
  </p:cSld>
  <p:clrMapOvr>
    <a:overrideClrMapping bg1="dk1" tx1="lt1" bg2="dk2" tx2="lt2" accent1="accent1" accent2="accent2" accent3="accent3" accent4="accent4" accent5="accent5" accent6="accent6" hlink="hlink" folHlink="folHlink"/>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Agenda">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02D18C4-A1A8-6CA4-B4A2-0E9791DC7F71}"/>
              </a:ext>
            </a:extLst>
          </p:cNvPr>
          <p:cNvSpPr/>
          <p:nvPr/>
        </p:nvSpPr>
        <p:spPr>
          <a:xfrm>
            <a:off x="0" y="0"/>
            <a:ext cx="12192000" cy="6858000"/>
          </a:xfrm>
          <a:prstGeom prst="rect">
            <a:avLst/>
          </a:prstGeom>
          <a:solidFill>
            <a:schemeClr val="bg2">
              <a:lumMod val="9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1" y="463362"/>
            <a:ext cx="11122507" cy="1162632"/>
          </a:xfrm>
        </p:spPr>
        <p:txBody>
          <a:bodyPr anchor="ctr">
            <a:normAutofit/>
          </a:bodyPr>
          <a:lstStyle>
            <a:lvl1pPr>
              <a:defRPr sz="7200" cap="all" baseline="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479085" y="2249592"/>
            <a:ext cx="6100623" cy="3787062"/>
          </a:xfrm>
        </p:spPr>
        <p:txBody>
          <a:bodyPr vert="horz" lIns="91440" tIns="45720" rIns="91440" bIns="45720" rtlCol="0">
            <a:normAutofit/>
          </a:bodyPr>
          <a:lstStyle>
            <a:lvl1pPr marL="457200" indent="-457200">
              <a:buFont typeface="+mj-lt"/>
              <a:buAutoNum type="arabicPeriod"/>
              <a:defRPr lang="en-US" sz="2000" dirty="0">
                <a:solidFill>
                  <a:schemeClr val="tx2"/>
                </a:solidFill>
              </a:defRPr>
            </a:lvl1pPr>
            <a:lvl2pPr marL="571500" indent="-342900">
              <a:buFont typeface="+mj-lt"/>
              <a:buAutoNum type="arabicPeriod"/>
              <a:defRPr lang="en-US" sz="1800" dirty="0">
                <a:solidFill>
                  <a:schemeClr val="tx2"/>
                </a:solidFill>
              </a:defRPr>
            </a:lvl2pPr>
            <a:lvl3pPr marL="800100" indent="-342900">
              <a:buFont typeface="+mj-lt"/>
              <a:buAutoNum type="arabicPeriod"/>
              <a:defRPr lang="en-US" sz="1600" dirty="0">
                <a:solidFill>
                  <a:schemeClr val="tx2"/>
                </a:solidFill>
              </a:defRPr>
            </a:lvl3pPr>
            <a:lvl4pPr marL="1028700" indent="-342900">
              <a:buFont typeface="+mj-lt"/>
              <a:buAutoNum type="arabicPeriod"/>
              <a:defRPr lang="en-US" sz="1400" dirty="0">
                <a:solidFill>
                  <a:schemeClr val="tx2"/>
                </a:solidFill>
              </a:defRPr>
            </a:lvl4pPr>
            <a:lvl5pPr marL="1257300" indent="-342900">
              <a:buFont typeface="+mj-lt"/>
              <a:buAutoNum type="arabicPeriod"/>
              <a:defRPr lang="en-US" sz="1400"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r>
              <a:rPr lang="en-US" dirty="0"/>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2"/>
                </a:solidFill>
              </a:defRPr>
            </a:lvl1pPr>
          </a:lstStyle>
          <a:p>
            <a:fld id="{30A4DEF6-D0A5-424B-A38E-B8028C0E0D08}" type="datetime1">
              <a:rPr lang="en-US" smtClean="0"/>
              <a:t>3/25/2026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dirty="0"/>
          </a:p>
        </p:txBody>
      </p:sp>
      <p:cxnSp>
        <p:nvCxnSpPr>
          <p:cNvPr id="11" name="Straight Connector 10">
            <a:extLst>
              <a:ext uri="{FF2B5EF4-FFF2-40B4-BE49-F238E27FC236}">
                <a16:creationId xmlns:a16="http://schemas.microsoft.com/office/drawing/2014/main" id="{F06406B2-3637-5849-867E-A0ADC9D9DDA5}"/>
              </a:ext>
            </a:extLst>
          </p:cNvPr>
          <p:cNvCxnSpPr>
            <a:cxnSpLocks/>
          </p:cNvCxnSpPr>
          <p:nvPr/>
        </p:nvCxnSpPr>
        <p:spPr>
          <a:xfrm flipH="1">
            <a:off x="0" y="1822345"/>
            <a:ext cx="12192000" cy="0"/>
          </a:xfrm>
          <a:prstGeom prst="line">
            <a:avLst/>
          </a:prstGeom>
          <a:ln w="12700">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0E47964-42E3-09B6-4B3F-96D1060D072B}"/>
              </a:ext>
            </a:extLst>
          </p:cNvPr>
          <p:cNvCxnSpPr>
            <a:cxnSpLocks/>
          </p:cNvCxnSpPr>
          <p:nvPr/>
        </p:nvCxnSpPr>
        <p:spPr>
          <a:xfrm flipH="1">
            <a:off x="0" y="6398068"/>
            <a:ext cx="12192000" cy="0"/>
          </a:xfrm>
          <a:prstGeom prst="line">
            <a:avLst/>
          </a:prstGeom>
          <a:ln w="9525">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3126687"/>
      </p:ext>
    </p:extLst>
  </p:cSld>
  <p:clrMapOvr>
    <a:overrideClrMapping bg1="lt1" tx1="dk1" bg2="lt2" tx2="dk2" accent1="accent1" accent2="accent2" accent3="accent3" accent4="accent4" accent5="accent5" accent6="accent6" hlink="hlink" folHlink="folHlink"/>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Agenda 2">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58E6B6D-2F30-4BA9-2B55-62940E3BFCA3}"/>
              </a:ext>
            </a:extLst>
          </p:cNvPr>
          <p:cNvSpPr/>
          <p:nvPr/>
        </p:nvSpPr>
        <p:spPr>
          <a:xfrm>
            <a:off x="0" y="0"/>
            <a:ext cx="12192000" cy="6858000"/>
          </a:xfrm>
          <a:prstGeom prst="rect">
            <a:avLst/>
          </a:prstGeom>
          <a:solidFill>
            <a:schemeClr val="bg2">
              <a:lumMod val="9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1" y="1118941"/>
            <a:ext cx="6565392" cy="5200516"/>
          </a:xfrm>
        </p:spPr>
        <p:txBody>
          <a:bodyPr anchor="b">
            <a:normAutofit/>
          </a:bodyPr>
          <a:lstStyle>
            <a:lvl1pPr>
              <a:lnSpc>
                <a:spcPct val="80000"/>
              </a:lnSpc>
              <a:defRPr sz="8000" cap="all" baseline="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7857689" y="532759"/>
            <a:ext cx="3877110" cy="5463437"/>
          </a:xfrm>
        </p:spPr>
        <p:txBody>
          <a:bodyPr vert="horz" lIns="91440" tIns="45720" rIns="91440" bIns="45720" rtlCol="0">
            <a:normAutofit/>
          </a:bodyPr>
          <a:lstStyle>
            <a:lvl1pPr marL="457200" indent="-457200">
              <a:buFont typeface="+mj-lt"/>
              <a:buAutoNum type="arabicPeriod"/>
              <a:defRPr lang="en-US" sz="1800" dirty="0">
                <a:solidFill>
                  <a:schemeClr val="tx2"/>
                </a:solidFill>
              </a:defRPr>
            </a:lvl1pPr>
            <a:lvl2pPr marL="571500" indent="-342900">
              <a:buFont typeface="+mj-lt"/>
              <a:buAutoNum type="arabicPeriod"/>
              <a:defRPr lang="en-US" sz="1600" dirty="0">
                <a:solidFill>
                  <a:schemeClr val="tx2"/>
                </a:solidFill>
              </a:defRPr>
            </a:lvl2pPr>
            <a:lvl3pPr marL="800100" indent="-342900">
              <a:buFont typeface="+mj-lt"/>
              <a:buAutoNum type="arabicPeriod"/>
              <a:defRPr lang="en-US" sz="1600" dirty="0">
                <a:solidFill>
                  <a:schemeClr val="tx2"/>
                </a:solidFill>
              </a:defRPr>
            </a:lvl3pPr>
            <a:lvl4pPr marL="1028700" indent="-342900">
              <a:buFont typeface="+mj-lt"/>
              <a:buAutoNum type="arabicPeriod"/>
              <a:defRPr lang="en-US" sz="1400" dirty="0">
                <a:solidFill>
                  <a:schemeClr val="tx2"/>
                </a:solidFill>
              </a:defRPr>
            </a:lvl4pPr>
            <a:lvl5pPr marL="1257300" indent="-342900">
              <a:buFont typeface="+mj-lt"/>
              <a:buAutoNum type="arabicPeriod"/>
              <a:defRPr lang="en-US" sz="1400"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r>
              <a:rPr lang="en-US" dirty="0"/>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2"/>
                </a:solidFill>
              </a:defRPr>
            </a:lvl1pPr>
          </a:lstStyle>
          <a:p>
            <a:fld id="{AC46AD62-1AB6-4EFB-8DBD-6D00C7B465F9}" type="datetime1">
              <a:rPr lang="en-US" smtClean="0"/>
              <a:t>3/25/2026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dirty="0"/>
          </a:p>
        </p:txBody>
      </p:sp>
      <p:cxnSp>
        <p:nvCxnSpPr>
          <p:cNvPr id="15" name="Straight Connector 14">
            <a:extLst>
              <a:ext uri="{FF2B5EF4-FFF2-40B4-BE49-F238E27FC236}">
                <a16:creationId xmlns:a16="http://schemas.microsoft.com/office/drawing/2014/main" id="{40E47964-42E3-09B6-4B3F-96D1060D072B}"/>
              </a:ext>
            </a:extLst>
          </p:cNvPr>
          <p:cNvCxnSpPr>
            <a:cxnSpLocks/>
          </p:cNvCxnSpPr>
          <p:nvPr/>
        </p:nvCxnSpPr>
        <p:spPr>
          <a:xfrm flipH="1">
            <a:off x="0" y="6398068"/>
            <a:ext cx="12192000" cy="0"/>
          </a:xfrm>
          <a:prstGeom prst="line">
            <a:avLst/>
          </a:prstGeom>
          <a:ln w="9525">
            <a:solidFill>
              <a:schemeClr val="tx1">
                <a:lumMod val="75000"/>
                <a:lumOff val="25000"/>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5DD64E6-257D-65B2-D2A7-6A1002E1E580}"/>
              </a:ext>
            </a:extLst>
          </p:cNvPr>
          <p:cNvCxnSpPr>
            <a:cxnSpLocks/>
          </p:cNvCxnSpPr>
          <p:nvPr/>
        </p:nvCxnSpPr>
        <p:spPr>
          <a:xfrm>
            <a:off x="740049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5767442"/>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Agenda with Picture">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0D0A563-F018-FFF1-B911-D69E42CEEAA5}"/>
              </a:ext>
            </a:extLst>
          </p:cNvPr>
          <p:cNvSpPr/>
          <p:nvPr/>
        </p:nvSpPr>
        <p:spPr>
          <a:xfrm>
            <a:off x="0" y="0"/>
            <a:ext cx="12192000" cy="6858000"/>
          </a:xfrm>
          <a:prstGeom prst="rect">
            <a:avLst/>
          </a:prstGeom>
          <a:solidFill>
            <a:schemeClr val="bg2">
              <a:lumMod val="90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57201" y="463362"/>
            <a:ext cx="11130279" cy="1162632"/>
          </a:xfrm>
        </p:spPr>
        <p:txBody>
          <a:bodyPr anchor="ctr">
            <a:normAutofit/>
          </a:bodyPr>
          <a:lstStyle>
            <a:lvl1pPr>
              <a:defRPr sz="7200" cap="all" baseline="0">
                <a:solidFill>
                  <a:schemeClr val="accent1"/>
                </a:solidFill>
              </a:defRPr>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5DA2B1BE-7DDF-C8B4-6A46-21B5A0257D08}"/>
              </a:ext>
            </a:extLst>
          </p:cNvPr>
          <p:cNvSpPr>
            <a:spLocks noGrp="1"/>
          </p:cNvSpPr>
          <p:nvPr>
            <p:ph type="pic" sz="quarter" idx="14" hasCustomPrompt="1"/>
          </p:nvPr>
        </p:nvSpPr>
        <p:spPr>
          <a:xfrm>
            <a:off x="-8364" y="1830708"/>
            <a:ext cx="5321063" cy="4563927"/>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5846552" y="2191025"/>
            <a:ext cx="5733156" cy="3894807"/>
          </a:xfrm>
        </p:spPr>
        <p:txBody>
          <a:bodyPr vert="horz" lIns="91440" tIns="45720" rIns="91440" bIns="45720" rtlCol="0">
            <a:normAutofit/>
          </a:bodyPr>
          <a:lstStyle>
            <a:lvl1pPr marL="457200" indent="-457200">
              <a:buFont typeface="+mj-lt"/>
              <a:buAutoNum type="arabicPeriod"/>
              <a:defRPr lang="en-US" sz="2000" dirty="0">
                <a:solidFill>
                  <a:schemeClr val="tx2"/>
                </a:solidFill>
              </a:defRPr>
            </a:lvl1pPr>
            <a:lvl2pPr marL="571500" indent="-342900">
              <a:buFont typeface="+mj-lt"/>
              <a:buAutoNum type="arabicPeriod"/>
              <a:defRPr lang="en-US" sz="1800" dirty="0">
                <a:solidFill>
                  <a:schemeClr val="tx2"/>
                </a:solidFill>
              </a:defRPr>
            </a:lvl2pPr>
            <a:lvl3pPr marL="800100" indent="-342900">
              <a:buFont typeface="+mj-lt"/>
              <a:buAutoNum type="arabicPeriod"/>
              <a:defRPr lang="en-US" sz="1600" dirty="0">
                <a:solidFill>
                  <a:schemeClr val="tx2"/>
                </a:solidFill>
              </a:defRPr>
            </a:lvl3pPr>
            <a:lvl4pPr marL="1028700" indent="-342900">
              <a:buFont typeface="+mj-lt"/>
              <a:buAutoNum type="arabicPeriod"/>
              <a:defRPr lang="en-US" sz="1400" dirty="0">
                <a:solidFill>
                  <a:schemeClr val="tx2"/>
                </a:solidFill>
              </a:defRPr>
            </a:lvl4pPr>
            <a:lvl5pPr marL="1257300" indent="-342900">
              <a:buFont typeface="+mj-lt"/>
              <a:buAutoNum type="arabicPeriod"/>
              <a:defRPr lang="en-US" sz="1400"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r>
              <a:rPr lang="en-US" dirty="0"/>
              <a:t>Sample Footer Text</a:t>
            </a:r>
          </a:p>
        </p:txBody>
      </p:sp>
      <p:sp>
        <p:nvSpPr>
          <p:cNvPr id="3" name="Date Placeholder 2">
            <a:extLst>
              <a:ext uri="{FF2B5EF4-FFF2-40B4-BE49-F238E27FC236}">
                <a16:creationId xmlns:a16="http://schemas.microsoft.com/office/drawing/2014/main" id="{6CC77F2D-39D2-22F7-CF0B-39D63EBF00B7}"/>
              </a:ext>
            </a:extLst>
          </p:cNvPr>
          <p:cNvSpPr>
            <a:spLocks noGrp="1"/>
          </p:cNvSpPr>
          <p:nvPr>
            <p:ph type="dt" sz="half" idx="10"/>
          </p:nvPr>
        </p:nvSpPr>
        <p:spPr/>
        <p:txBody>
          <a:bodyPr/>
          <a:lstStyle>
            <a:lvl1pPr>
              <a:defRPr>
                <a:solidFill>
                  <a:schemeClr val="tx2"/>
                </a:solidFill>
              </a:defRPr>
            </a:lvl1pPr>
          </a:lstStyle>
          <a:p>
            <a:fld id="{2B09C6DF-0139-4F07-BF9C-4309D0C9DCA6}" type="datetime1">
              <a:rPr lang="en-US" smtClean="0"/>
              <a:t>3/25/2026</a:t>
            </a:fld>
            <a:endParaRPr lang="en-US" dirty="0"/>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dirty="0"/>
          </a:p>
        </p:txBody>
      </p:sp>
      <p:cxnSp>
        <p:nvCxnSpPr>
          <p:cNvPr id="11" name="Straight Connector 10">
            <a:extLst>
              <a:ext uri="{FF2B5EF4-FFF2-40B4-BE49-F238E27FC236}">
                <a16:creationId xmlns:a16="http://schemas.microsoft.com/office/drawing/2014/main" id="{F06406B2-3637-5849-867E-A0ADC9D9DDA5}"/>
              </a:ext>
            </a:extLst>
          </p:cNvPr>
          <p:cNvCxnSpPr>
            <a:cxnSpLocks/>
          </p:cNvCxnSpPr>
          <p:nvPr/>
        </p:nvCxnSpPr>
        <p:spPr>
          <a:xfrm flipH="1">
            <a:off x="0" y="1822345"/>
            <a:ext cx="12192000" cy="0"/>
          </a:xfrm>
          <a:prstGeom prst="line">
            <a:avLst/>
          </a:prstGeom>
          <a:ln w="9525">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40E47964-42E3-09B6-4B3F-96D1060D072B}"/>
              </a:ext>
            </a:extLst>
          </p:cNvPr>
          <p:cNvCxnSpPr>
            <a:cxnSpLocks/>
          </p:cNvCxnSpPr>
          <p:nvPr/>
        </p:nvCxnSpPr>
        <p:spPr>
          <a:xfrm flipH="1">
            <a:off x="0" y="6398068"/>
            <a:ext cx="12192000" cy="0"/>
          </a:xfrm>
          <a:prstGeom prst="line">
            <a:avLst/>
          </a:prstGeom>
          <a:ln w="9525">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25DD64E6-257D-65B2-D2A7-6A1002E1E580}"/>
              </a:ext>
            </a:extLst>
          </p:cNvPr>
          <p:cNvCxnSpPr>
            <a:cxnSpLocks/>
          </p:cNvCxnSpPr>
          <p:nvPr/>
        </p:nvCxnSpPr>
        <p:spPr>
          <a:xfrm>
            <a:off x="5321065" y="1822345"/>
            <a:ext cx="0" cy="5035655"/>
          </a:xfrm>
          <a:prstGeom prst="line">
            <a:avLst/>
          </a:prstGeom>
          <a:ln w="9525">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09607881"/>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Content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2919167" y="860128"/>
            <a:ext cx="6353666" cy="1711083"/>
          </a:xfrm>
        </p:spPr>
        <p:txBody>
          <a:bodyPr anchor="b">
            <a:normAutofit/>
          </a:bodyPr>
          <a:lstStyle>
            <a:lvl1pPr algn="ctr">
              <a:defRPr sz="3200">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3306618" y="3155112"/>
            <a:ext cx="5578764" cy="2442120"/>
          </a:xfrm>
        </p:spPr>
        <p:txBody>
          <a:bodyPr anchor="t"/>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BF50FAFF-A1AC-4B36-A522-D3A2BD4C7FC3}" type="datetime1">
              <a:rPr lang="en-US" smtClean="0"/>
              <a:t>3/25/2026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8" name="Straight Connector 7">
            <a:extLst>
              <a:ext uri="{FF2B5EF4-FFF2-40B4-BE49-F238E27FC236}">
                <a16:creationId xmlns:a16="http://schemas.microsoft.com/office/drawing/2014/main" id="{2682F24D-05C9-B6C7-3A94-C06130BFE9B2}"/>
              </a:ext>
            </a:extLst>
          </p:cNvPr>
          <p:cNvCxnSpPr>
            <a:cxnSpLocks/>
          </p:cNvCxnSpPr>
          <p:nvPr/>
        </p:nvCxnSpPr>
        <p:spPr>
          <a:xfrm flipH="1">
            <a:off x="0" y="2783179"/>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6293223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3494711" y="845617"/>
            <a:ext cx="5897862" cy="1436331"/>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3494711" y="2910484"/>
            <a:ext cx="5897862" cy="306638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4267E660-7124-4C3A-8AAA-B41D80ACF1A9}" type="datetime1">
              <a:rPr lang="en-US" smtClean="0"/>
              <a:t>3/25/2026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15" name="Straight Connector 14">
            <a:extLst>
              <a:ext uri="{FF2B5EF4-FFF2-40B4-BE49-F238E27FC236}">
                <a16:creationId xmlns:a16="http://schemas.microsoft.com/office/drawing/2014/main" id="{A1AB0C69-C415-7A7B-376B-69AA51CE6A5E}"/>
              </a:ext>
            </a:extLst>
          </p:cNvPr>
          <p:cNvCxnSpPr>
            <a:cxnSpLocks/>
          </p:cNvCxnSpPr>
          <p:nvPr/>
        </p:nvCxnSpPr>
        <p:spPr>
          <a:xfrm flipH="1">
            <a:off x="0" y="253652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4CFDABE4-7855-701A-F892-8CE2C6CE02A5}"/>
              </a:ext>
            </a:extLst>
          </p:cNvPr>
          <p:cNvCxnSpPr>
            <a:cxnSpLocks/>
          </p:cNvCxnSpPr>
          <p:nvPr/>
        </p:nvCxnSpPr>
        <p:spPr>
          <a:xfrm>
            <a:off x="3019559"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48796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Content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721299"/>
            <a:ext cx="3689927" cy="1486906"/>
          </a:xfrm>
        </p:spPr>
        <p:txBody>
          <a:bodyPr anchor="t"/>
          <a:lstStyle>
            <a:lvl1pPr>
              <a:defRPr>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904515" y="2780147"/>
            <a:ext cx="6567049" cy="33598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6F2F4876-ABF6-46E9-AABB-9093F4FF9830}" type="datetime1">
              <a:rPr lang="en-US" smtClean="0"/>
              <a:t>3/25/2026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11" name="Straight Connector 10">
            <a:extLst>
              <a:ext uri="{FF2B5EF4-FFF2-40B4-BE49-F238E27FC236}">
                <a16:creationId xmlns:a16="http://schemas.microsoft.com/office/drawing/2014/main" id="{4BF5C1EC-3A2D-2E51-65A6-6155B3776C4A}"/>
              </a:ext>
            </a:extLst>
          </p:cNvPr>
          <p:cNvCxnSpPr>
            <a:cxnSpLocks/>
          </p:cNvCxnSpPr>
          <p:nvPr/>
        </p:nvCxnSpPr>
        <p:spPr>
          <a:xfrm flipH="1">
            <a:off x="0" y="2397979"/>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F797FEE4-9B7E-CE58-4AA3-EC6E3E1861F3}"/>
              </a:ext>
            </a:extLst>
          </p:cNvPr>
          <p:cNvCxnSpPr>
            <a:cxnSpLocks/>
          </p:cNvCxnSpPr>
          <p:nvPr/>
        </p:nvCxnSpPr>
        <p:spPr>
          <a:xfrm>
            <a:off x="4469245"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950062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pos="3360">
          <p15:clr>
            <a:srgbClr val="FBAE40"/>
          </p15:clr>
        </p15:guide>
        <p15:guide id="4" pos="2928">
          <p15:clr>
            <a:srgbClr val="FBAE40"/>
          </p15:clr>
        </p15:guide>
        <p15:guide id="5" pos="475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type="obj" preserve="1">
  <p:cSld name="Content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1163119"/>
            <a:ext cx="4152377" cy="3434657"/>
          </a:xfrm>
        </p:spPr>
        <p:txBody>
          <a:bodyPr anchor="t"/>
          <a:lstStyle>
            <a:lvl1pPr>
              <a:defRPr>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5824602" y="1153691"/>
            <a:ext cx="5496988" cy="456837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64D7CF1F-58DF-43AF-921D-9C5F21D87011}" type="datetime1">
              <a:rPr lang="en-US" smtClean="0"/>
              <a:t>3/25/2026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10" name="Straight Connector 9">
            <a:extLst>
              <a:ext uri="{FF2B5EF4-FFF2-40B4-BE49-F238E27FC236}">
                <a16:creationId xmlns:a16="http://schemas.microsoft.com/office/drawing/2014/main" id="{E151E503-5C8D-3CDA-5CC2-A56B4F2A6193}"/>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6BEA2129-EA91-4982-7EB1-1F590E56CA3B}"/>
              </a:ext>
            </a:extLst>
          </p:cNvPr>
          <p:cNvCxnSpPr>
            <a:cxnSpLocks/>
          </p:cNvCxnSpPr>
          <p:nvPr/>
        </p:nvCxnSpPr>
        <p:spPr>
          <a:xfrm>
            <a:off x="5323105"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9559784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reserve="1">
  <p:cSld name="Content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720473"/>
            <a:ext cx="3664107" cy="3864052"/>
          </a:xfrm>
        </p:spPr>
        <p:txBody>
          <a:bodyPr anchor="t"/>
          <a:lstStyle>
            <a:lvl1pPr>
              <a:defRPr>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5270349" y="720473"/>
            <a:ext cx="6309360" cy="5303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6F9649F7-D424-4C48-9F1A-F9E6A6464624}" type="datetime1">
              <a:rPr lang="en-US" smtClean="0"/>
              <a:t>3/25/2026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9" name="Straight Connector 8">
            <a:extLst>
              <a:ext uri="{FF2B5EF4-FFF2-40B4-BE49-F238E27FC236}">
                <a16:creationId xmlns:a16="http://schemas.microsoft.com/office/drawing/2014/main" id="{A6AC6891-86BE-FF41-E94E-AB97BFFB2322}"/>
              </a:ext>
            </a:extLst>
          </p:cNvPr>
          <p:cNvCxnSpPr>
            <a:cxnSpLocks/>
          </p:cNvCxnSpPr>
          <p:nvPr/>
        </p:nvCxnSpPr>
        <p:spPr>
          <a:xfrm>
            <a:off x="464346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151E503-5C8D-3CDA-5CC2-A56B4F2A6193}"/>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961668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type="obj" preserve="1">
  <p:cSld name="Content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720473"/>
            <a:ext cx="3280573" cy="3864052"/>
          </a:xfrm>
        </p:spPr>
        <p:txBody>
          <a:bodyPr anchor="t"/>
          <a:lstStyle>
            <a:lvl1pPr>
              <a:defRPr>
                <a:solidFill>
                  <a:schemeClr val="tx2"/>
                </a:solidFill>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662388" y="720473"/>
            <a:ext cx="7072408" cy="54864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280570"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AFF038B1-676A-4930-9A2B-D361CEEB3399}" type="datetime1">
              <a:rPr lang="en-US" smtClean="0"/>
              <a:t>3/25/2026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9" name="Straight Connector 8">
            <a:extLst>
              <a:ext uri="{FF2B5EF4-FFF2-40B4-BE49-F238E27FC236}">
                <a16:creationId xmlns:a16="http://schemas.microsoft.com/office/drawing/2014/main" id="{A6AC6891-86BE-FF41-E94E-AB97BFFB2322}"/>
              </a:ext>
            </a:extLst>
          </p:cNvPr>
          <p:cNvCxnSpPr>
            <a:cxnSpLocks/>
          </p:cNvCxnSpPr>
          <p:nvPr/>
        </p:nvCxnSpPr>
        <p:spPr>
          <a:xfrm>
            <a:off x="4140231"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151E503-5C8D-3CDA-5CC2-A56B4F2A6193}"/>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7144419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Content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911995" y="559483"/>
            <a:ext cx="6825541" cy="1009652"/>
          </a:xfrm>
        </p:spPr>
        <p:txBody>
          <a:bodyPr anchor="b"/>
          <a:lstStyle/>
          <a:p>
            <a:r>
              <a:rPr lang="en-US"/>
              <a:t>Click to edit Master title style</a:t>
            </a:r>
            <a:endParaRPr lang="en-US" dirty="0"/>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1"/>
            <a:ext cx="4421943" cy="6398066"/>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911994" y="2083837"/>
            <a:ext cx="6825545" cy="4032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811448"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A520E1D3-9897-4F62-B20F-820B96903029}" type="datetime1">
              <a:rPr lang="en-US" smtClean="0"/>
              <a:t>3/25/2026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4423739"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4425535" y="1810995"/>
            <a:ext cx="7750205"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30574463"/>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1" y="557784"/>
            <a:ext cx="6781799" cy="1009652"/>
          </a:xfrm>
        </p:spPr>
        <p:txBody>
          <a:bodyPr anchor="b"/>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0" y="2084832"/>
            <a:ext cx="6781800" cy="4032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7758244" y="1"/>
            <a:ext cx="4441796" cy="6398066"/>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77910969-82E1-4DC2-8A32-95F8999F3C79}" type="datetime1">
              <a:rPr lang="en-US" smtClean="0"/>
              <a:t>3/25/2026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7750205"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0" y="1810512"/>
            <a:ext cx="7750205"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7450344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472644" y="669386"/>
            <a:ext cx="7231413" cy="1005840"/>
          </a:xfrm>
        </p:spPr>
        <p:txBody>
          <a:bodyPr/>
          <a:lstStyle/>
          <a:p>
            <a:r>
              <a:rPr lang="en-US"/>
              <a:t>Click to edit Master title style</a:t>
            </a:r>
            <a:endParaRPr lang="en-US" dirty="0"/>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8994" y="-5468"/>
            <a:ext cx="4011836" cy="6398066"/>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472644" y="1812385"/>
            <a:ext cx="7231407" cy="44238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408011"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AFDCD3FE-7D00-42C8-AAA1-7B40C480DCD1}" type="datetime1">
              <a:rPr lang="en-US" smtClean="0"/>
              <a:t>3/25/2026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4009212"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2851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680728"/>
            <a:ext cx="7281067" cy="100584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0" y="1823728"/>
            <a:ext cx="7281061" cy="442385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8195489" y="-6369"/>
            <a:ext cx="3996512" cy="6398066"/>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EBE49B79-F7D7-4EC9-B39C-00EEEABA80A1}" type="datetime1">
              <a:rPr lang="en-US" smtClean="0"/>
              <a:t>3/25/2026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8188287"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2623753"/>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5365423" y="678485"/>
            <a:ext cx="6369370" cy="1005840"/>
          </a:xfrm>
        </p:spPr>
        <p:txBody>
          <a:bodyPr/>
          <a:lstStyle/>
          <a:p>
            <a:r>
              <a:rPr lang="en-US"/>
              <a:t>Click to edit Master title style</a:t>
            </a:r>
            <a:endParaRPr lang="en-US" dirty="0"/>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8466"/>
            <a:ext cx="4886539" cy="6398066"/>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5373890" y="1821484"/>
            <a:ext cx="6360897" cy="42921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0179C259-8124-4DF9-9476-1C574CC8A380}" type="datetime1">
              <a:rPr lang="en-US" smtClean="0"/>
              <a:t>3/25/2026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4890812"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666165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678485"/>
            <a:ext cx="6369370" cy="1005840"/>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0" y="1821484"/>
            <a:ext cx="6360897" cy="42921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7277100" y="-8466"/>
            <a:ext cx="4914895" cy="6398066"/>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D30DCB73-7DFF-41E9-94AE-03DDC0983D5F}" type="datetime1">
              <a:rPr lang="en-US" smtClean="0"/>
              <a:t>3/25/2026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7270008"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4943787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8191500" y="458144"/>
            <a:ext cx="3433926" cy="1681551"/>
          </a:xfrm>
        </p:spPr>
        <p:txBody>
          <a:bodyPr/>
          <a:lstStyle/>
          <a:p>
            <a:r>
              <a:rPr lang="en-US"/>
              <a:t>Click to edit Master title style</a:t>
            </a:r>
            <a:endParaRPr lang="en-US" dirty="0"/>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0"/>
            <a:ext cx="7722292" cy="6396281"/>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8191500" y="2276856"/>
            <a:ext cx="3433926" cy="37856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41D76A9E-247B-42FF-94A5-087CF9B29B6E}" type="datetime1">
              <a:rPr lang="en-US" smtClean="0"/>
              <a:t>3/25/2026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985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A67EAFE-BA64-2156-9780-AA400F6F3026}"/>
              </a:ext>
            </a:extLst>
          </p:cNvPr>
          <p:cNvCxnSpPr>
            <a:cxnSpLocks/>
          </p:cNvCxnSpPr>
          <p:nvPr/>
        </p:nvCxnSpPr>
        <p:spPr>
          <a:xfrm>
            <a:off x="7727358"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8987023"/>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458145"/>
            <a:ext cx="4000497" cy="1679799"/>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0" y="2272880"/>
            <a:ext cx="4000497" cy="37894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4853323" y="0"/>
            <a:ext cx="7338676" cy="6396281"/>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4000500"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216F4089-B0B8-4924-B485-08424C78200C}" type="datetime1">
              <a:rPr lang="en-US" smtClean="0"/>
              <a:t>3/25/2026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985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4849331"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2319024"/>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7739922" y="458144"/>
            <a:ext cx="3909536" cy="1485873"/>
          </a:xfrm>
        </p:spPr>
        <p:txBody>
          <a:bodyPr/>
          <a:lstStyle/>
          <a:p>
            <a:r>
              <a:rPr lang="en-US"/>
              <a:t>Click to edit Master title style</a:t>
            </a:r>
            <a:endParaRPr lang="en-US" dirty="0"/>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0"/>
            <a:ext cx="7268396" cy="6396281"/>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7739922" y="2463789"/>
            <a:ext cx="3909534" cy="356109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4E58CB80-2CED-4065-90C6-0999AD9EE7FC}" type="datetime1">
              <a:rPr lang="en-US" smtClean="0"/>
              <a:t>3/25/2026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985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A67EAFE-BA64-2156-9780-AA400F6F3026}"/>
              </a:ext>
            </a:extLst>
          </p:cNvPr>
          <p:cNvCxnSpPr>
            <a:cxnSpLocks/>
          </p:cNvCxnSpPr>
          <p:nvPr/>
        </p:nvCxnSpPr>
        <p:spPr>
          <a:xfrm>
            <a:off x="7271347"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854F2342-86AA-3EA4-EB3B-2DB8D68315E6}"/>
              </a:ext>
            </a:extLst>
          </p:cNvPr>
          <p:cNvCxnSpPr>
            <a:cxnSpLocks/>
          </p:cNvCxnSpPr>
          <p:nvPr/>
        </p:nvCxnSpPr>
        <p:spPr>
          <a:xfrm flipH="1">
            <a:off x="7227420" y="2212509"/>
            <a:ext cx="493532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10122872"/>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Content with Picture 10">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8664673" y="586591"/>
            <a:ext cx="2915036" cy="1600279"/>
          </a:xfrm>
        </p:spPr>
        <p:txBody>
          <a:bodyPr/>
          <a:lstStyle/>
          <a:p>
            <a:r>
              <a:rPr lang="en-US"/>
              <a:t>Click to edit Master title style</a:t>
            </a:r>
            <a:endParaRPr lang="en-US" dirty="0"/>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0"/>
            <a:ext cx="8186508" cy="6396281"/>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8664673" y="2714536"/>
            <a:ext cx="2915038" cy="322716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77E374A5-F4AA-48A6-9C78-6905B67B6273}" type="datetime1">
              <a:rPr lang="en-US" smtClean="0"/>
              <a:t>3/25/2026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985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0E6711F-CD71-AB46-003C-BE1DB3B8E841}"/>
              </a:ext>
            </a:extLst>
          </p:cNvPr>
          <p:cNvCxnSpPr>
            <a:cxnSpLocks/>
          </p:cNvCxnSpPr>
          <p:nvPr/>
        </p:nvCxnSpPr>
        <p:spPr>
          <a:xfrm>
            <a:off x="8187768"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9D5807C1-3535-030D-D48C-9F2B70401B10}"/>
              </a:ext>
            </a:extLst>
          </p:cNvPr>
          <p:cNvCxnSpPr>
            <a:cxnSpLocks/>
          </p:cNvCxnSpPr>
          <p:nvPr/>
        </p:nvCxnSpPr>
        <p:spPr>
          <a:xfrm flipH="1">
            <a:off x="8186508" y="2443138"/>
            <a:ext cx="4005492"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73633686"/>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Content with Picture 11">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5036986"/>
            <a:ext cx="3985579" cy="1397477"/>
          </a:xfrm>
        </p:spPr>
        <p:txBody>
          <a:bodyPr anchor="t"/>
          <a:lstStyle/>
          <a:p>
            <a:r>
              <a:rPr lang="en-US"/>
              <a:t>Click to edit Master title style</a:t>
            </a:r>
            <a:endParaRPr lang="en-US" dirty="0"/>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8965"/>
            <a:ext cx="12191999" cy="4767811"/>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5203180" y="5054245"/>
            <a:ext cx="6376529" cy="1319832"/>
          </a:xfrm>
        </p:spPr>
        <p:txBody>
          <a:bodyPr/>
          <a:lstStyle>
            <a:lvl1pPr marL="0" indent="0">
              <a:buNone/>
              <a:defRPr/>
            </a:lvl1pPr>
            <a:lvl2pPr marL="457200" indent="0">
              <a:buNone/>
              <a:defRPr/>
            </a:lvl2pPr>
            <a:lvl3pPr marL="914400" indent="0">
              <a:buNone/>
              <a:defRPr/>
            </a:lvl3pPr>
            <a:lvl4pPr marL="1371600" indent="0">
              <a:buNone/>
              <a:defRPr/>
            </a:lvl4pPr>
            <a:lvl5pPr marL="1828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70435D1F-FAB0-4D9D-B7BF-490C90B8E5BE}" type="datetime1">
              <a:rPr lang="en-US" smtClean="0"/>
              <a:t>3/25/2026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8" name="Straight Connector 7">
            <a:extLst>
              <a:ext uri="{FF2B5EF4-FFF2-40B4-BE49-F238E27FC236}">
                <a16:creationId xmlns:a16="http://schemas.microsoft.com/office/drawing/2014/main" id="{0493C13E-01BF-7326-0714-59845741BBF3}"/>
              </a:ext>
            </a:extLst>
          </p:cNvPr>
          <p:cNvCxnSpPr>
            <a:cxnSpLocks/>
          </p:cNvCxnSpPr>
          <p:nvPr/>
        </p:nvCxnSpPr>
        <p:spPr>
          <a:xfrm flipH="1">
            <a:off x="0" y="4759186"/>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7B245A6F-9312-AEBD-1066-A68010EEF5A3}"/>
              </a:ext>
            </a:extLst>
          </p:cNvPr>
          <p:cNvCxnSpPr>
            <a:cxnSpLocks/>
          </p:cNvCxnSpPr>
          <p:nvPr/>
        </p:nvCxnSpPr>
        <p:spPr>
          <a:xfrm>
            <a:off x="4724925" y="4758846"/>
            <a:ext cx="0" cy="2099154"/>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468158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Content with Picture 1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199" y="3959530"/>
            <a:ext cx="3512409" cy="2199864"/>
          </a:xfrm>
        </p:spPr>
        <p:txBody>
          <a:bodyPr anchor="t"/>
          <a:lstStyle/>
          <a:p>
            <a:r>
              <a:rPr lang="en-US"/>
              <a:t>Click to edit Master title style</a:t>
            </a:r>
            <a:endParaRPr lang="en-US" dirty="0"/>
          </a:p>
        </p:txBody>
      </p:sp>
      <p:sp>
        <p:nvSpPr>
          <p:cNvPr id="15" name="Picture Placeholder 14">
            <a:extLst>
              <a:ext uri="{FF2B5EF4-FFF2-40B4-BE49-F238E27FC236}">
                <a16:creationId xmlns:a16="http://schemas.microsoft.com/office/drawing/2014/main" id="{3B441162-7125-E1E0-1B82-FCC1AB84227E}"/>
              </a:ext>
            </a:extLst>
          </p:cNvPr>
          <p:cNvSpPr>
            <a:spLocks noGrp="1"/>
          </p:cNvSpPr>
          <p:nvPr>
            <p:ph type="pic" sz="quarter" idx="13" hasCustomPrompt="1"/>
          </p:nvPr>
        </p:nvSpPr>
        <p:spPr>
          <a:xfrm>
            <a:off x="-857" y="-1"/>
            <a:ext cx="12192000" cy="3648977"/>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723613" y="3959529"/>
            <a:ext cx="7011183" cy="236954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1" y="6445997"/>
            <a:ext cx="3543299"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F3C6F935-567A-4AB6-A4C6-B3A3054E8F97}" type="datetime1">
              <a:rPr lang="en-US" smtClean="0"/>
              <a:t>3/25/2026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8" name="Straight Connector 7">
            <a:extLst>
              <a:ext uri="{FF2B5EF4-FFF2-40B4-BE49-F238E27FC236}">
                <a16:creationId xmlns:a16="http://schemas.microsoft.com/office/drawing/2014/main" id="{2FF81FBD-8D67-B5E4-E22E-74E98EF89F80}"/>
              </a:ext>
            </a:extLst>
          </p:cNvPr>
          <p:cNvCxnSpPr>
            <a:cxnSpLocks/>
          </p:cNvCxnSpPr>
          <p:nvPr/>
        </p:nvCxnSpPr>
        <p:spPr>
          <a:xfrm>
            <a:off x="4290210" y="3648976"/>
            <a:ext cx="0" cy="3209024"/>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78892870-1B48-2935-21E8-3BC6F474C661}"/>
              </a:ext>
            </a:extLst>
          </p:cNvPr>
          <p:cNvCxnSpPr>
            <a:cxnSpLocks/>
          </p:cNvCxnSpPr>
          <p:nvPr/>
        </p:nvCxnSpPr>
        <p:spPr>
          <a:xfrm flipH="1">
            <a:off x="-857" y="3654706"/>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4314193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Content with Picture 1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451413"/>
            <a:ext cx="3511296" cy="1645744"/>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727448" y="451414"/>
            <a:ext cx="7013448" cy="221517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1" y="2746159"/>
            <a:ext cx="3543299"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a:xfrm>
            <a:off x="9737594" y="2746159"/>
            <a:ext cx="1842115" cy="365125"/>
          </a:xfrm>
        </p:spPr>
        <p:txBody>
          <a:bodyPr/>
          <a:lstStyle/>
          <a:p>
            <a:fld id="{BF100A10-24AF-407C-B97C-359EEB8D1EF0}" type="datetime1">
              <a:rPr lang="en-US" smtClean="0"/>
              <a:t>3/25/2026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a:xfrm>
            <a:off x="11734800" y="2746159"/>
            <a:ext cx="457200" cy="365125"/>
          </a:xfrm>
        </p:spPr>
        <p:txBody>
          <a:bodyPr/>
          <a:lstStyle/>
          <a:p>
            <a:fld id="{DDF60B60-82CA-4BB9-BA6E-A62FADF2374B}" type="slidenum">
              <a:rPr lang="en-US" smtClean="0"/>
              <a:t>‹#›</a:t>
            </a:fld>
            <a:endParaRPr lang="en-US" dirty="0"/>
          </a:p>
        </p:txBody>
      </p:sp>
      <p:sp>
        <p:nvSpPr>
          <p:cNvPr id="15" name="Picture Placeholder 14">
            <a:extLst>
              <a:ext uri="{FF2B5EF4-FFF2-40B4-BE49-F238E27FC236}">
                <a16:creationId xmlns:a16="http://schemas.microsoft.com/office/drawing/2014/main" id="{3B441162-7125-E1E0-1B82-FCC1AB84227E}"/>
              </a:ext>
            </a:extLst>
          </p:cNvPr>
          <p:cNvSpPr>
            <a:spLocks noGrp="1"/>
          </p:cNvSpPr>
          <p:nvPr>
            <p:ph type="pic" sz="quarter" idx="13" hasCustomPrompt="1"/>
          </p:nvPr>
        </p:nvSpPr>
        <p:spPr>
          <a:xfrm>
            <a:off x="0" y="3182112"/>
            <a:ext cx="12191143" cy="3675888"/>
          </a:xfrm>
          <a:blipFill dpi="0" rotWithShape="1">
            <a:blip r:embed="rId2">
              <a:alphaModFix amt="80000"/>
            </a:blip>
            <a:srcRect/>
            <a:stretch>
              <a:fillRect/>
            </a:stretch>
          </a:blipFill>
        </p:spPr>
        <p:txBody>
          <a:bodyPr/>
          <a:lstStyle>
            <a:lvl1pPr marL="0" indent="0">
              <a:buNone/>
              <a:defRPr/>
            </a:lvl1pPr>
          </a:lstStyle>
          <a:p>
            <a:r>
              <a:rPr lang="en-US" dirty="0"/>
              <a:t> </a:t>
            </a:r>
          </a:p>
        </p:txBody>
      </p:sp>
      <p:cxnSp>
        <p:nvCxnSpPr>
          <p:cNvPr id="7" name="Straight Connector 6">
            <a:extLst>
              <a:ext uri="{FF2B5EF4-FFF2-40B4-BE49-F238E27FC236}">
                <a16:creationId xmlns:a16="http://schemas.microsoft.com/office/drawing/2014/main" id="{78892870-1B48-2935-21E8-3BC6F474C661}"/>
              </a:ext>
            </a:extLst>
          </p:cNvPr>
          <p:cNvCxnSpPr>
            <a:cxnSpLocks/>
          </p:cNvCxnSpPr>
          <p:nvPr/>
        </p:nvCxnSpPr>
        <p:spPr>
          <a:xfrm flipH="1">
            <a:off x="-857" y="3174990"/>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12E0C665-CD78-E346-994A-0AC535ACCC98}"/>
              </a:ext>
            </a:extLst>
          </p:cNvPr>
          <p:cNvCxnSpPr>
            <a:cxnSpLocks/>
          </p:cNvCxnSpPr>
          <p:nvPr/>
        </p:nvCxnSpPr>
        <p:spPr>
          <a:xfrm>
            <a:off x="4288536" y="0"/>
            <a:ext cx="0" cy="3182112"/>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0402115"/>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Content with Picture 1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199" y="681037"/>
            <a:ext cx="11277596" cy="1009652"/>
          </a:xfrm>
        </p:spPr>
        <p:txBody>
          <a:bodyPr anchor="ct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1" y="2098467"/>
            <a:ext cx="4415882" cy="40784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5332581" y="1829880"/>
            <a:ext cx="6863265" cy="4566088"/>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78ED1D8B-0329-44CA-97BE-DA70811A8630}" type="datetime1">
              <a:rPr lang="en-US" smtClean="0"/>
              <a:t>3/25/2026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5326714" y="1825625"/>
            <a:ext cx="0" cy="5032375"/>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0" y="1825625"/>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39AB141-EFC4-A843-71E7-C52C8709BA26}"/>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3936848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Content with Picture 15">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199" y="681037"/>
            <a:ext cx="11277595" cy="1009652"/>
          </a:xfrm>
        </p:spPr>
        <p:txBody>
          <a:bodyPr anchor="ct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57200" y="2098467"/>
            <a:ext cx="6802582" cy="4032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7756147" y="1829880"/>
            <a:ext cx="4441796" cy="4566088"/>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98621EB5-723F-4AD6-AEC4-D406AB116579}" type="datetime1">
              <a:rPr lang="en-US" smtClean="0"/>
              <a:t>3/25/2026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A254AC9C-312D-B8D1-5D04-C0CE07B464DB}"/>
              </a:ext>
            </a:extLst>
          </p:cNvPr>
          <p:cNvCxnSpPr>
            <a:cxnSpLocks/>
          </p:cNvCxnSpPr>
          <p:nvPr/>
        </p:nvCxnSpPr>
        <p:spPr>
          <a:xfrm>
            <a:off x="7750205" y="1825625"/>
            <a:ext cx="0" cy="5032375"/>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0" y="1825625"/>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39AB141-EFC4-A843-71E7-C52C8709BA26}"/>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7816391"/>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Content with Picture 1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199" y="377072"/>
            <a:ext cx="4958078" cy="1225485"/>
          </a:xfrm>
        </p:spPr>
        <p:txBody>
          <a:bodyPr anchor="t"/>
          <a:lstStyle/>
          <a:p>
            <a:r>
              <a:rPr lang="en-US"/>
              <a:t>Click to edit Master title style</a:t>
            </a:r>
            <a:endParaRPr lang="en-US" dirty="0"/>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1842182"/>
            <a:ext cx="5758172" cy="4546457"/>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6176142" y="377072"/>
            <a:ext cx="5558655" cy="57974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EA0A916D-ECC1-407F-9384-347E5A5D7944}" type="datetime1">
              <a:rPr lang="en-US" smtClean="0"/>
              <a:t>3/25/2026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57362BC-3CD1-D6F5-CB9B-B2AAD7EAD176}"/>
              </a:ext>
            </a:extLst>
          </p:cNvPr>
          <p:cNvCxnSpPr>
            <a:cxnSpLocks/>
          </p:cNvCxnSpPr>
          <p:nvPr/>
        </p:nvCxnSpPr>
        <p:spPr>
          <a:xfrm>
            <a:off x="575817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0" y="1842182"/>
            <a:ext cx="5758174"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959541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Content with Picture 17">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0" y="377072"/>
            <a:ext cx="4000500" cy="1225485"/>
          </a:xfrm>
        </p:spPr>
        <p:txBody>
          <a:bodyPr anchor="t"/>
          <a:lstStyle/>
          <a:p>
            <a:r>
              <a:rPr lang="en-US"/>
              <a:t>Click to edit Master title style</a:t>
            </a:r>
            <a:endParaRPr lang="en-US" dirty="0"/>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0" y="1847087"/>
            <a:ext cx="4922517" cy="4544568"/>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5438534" y="377072"/>
            <a:ext cx="6141175" cy="579748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949302"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67B79CB6-58B7-4AEB-BE2A-306450DBAD2A}" type="datetime1">
              <a:rPr lang="en-US" smtClean="0"/>
              <a:t>3/25/2026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0" y="1849497"/>
            <a:ext cx="4648195"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57362BC-3CD1-D6F5-CB9B-B2AAD7EAD176}"/>
              </a:ext>
            </a:extLst>
          </p:cNvPr>
          <p:cNvCxnSpPr>
            <a:cxnSpLocks/>
          </p:cNvCxnSpPr>
          <p:nvPr/>
        </p:nvCxnSpPr>
        <p:spPr>
          <a:xfrm>
            <a:off x="4922519"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5013573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Content with Picture 1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58AB8C-6B7B-EBD3-4D71-F5150448D3B6}"/>
              </a:ext>
            </a:extLst>
          </p:cNvPr>
          <p:cNvSpPr>
            <a:spLocks noGrp="1"/>
          </p:cNvSpPr>
          <p:nvPr>
            <p:ph type="title"/>
          </p:nvPr>
        </p:nvSpPr>
        <p:spPr>
          <a:xfrm>
            <a:off x="457201" y="4407360"/>
            <a:ext cx="3543299" cy="1732820"/>
          </a:xfrm>
        </p:spPr>
        <p:txBody>
          <a:bodyPr anchor="t"/>
          <a:lstStyle/>
          <a:p>
            <a:r>
              <a:rPr lang="en-US"/>
              <a:t>Click to edit Master title style</a:t>
            </a:r>
            <a:endParaRPr lang="en-US" dirty="0"/>
          </a:p>
        </p:txBody>
      </p:sp>
      <p:sp>
        <p:nvSpPr>
          <p:cNvPr id="19" name="Picture Placeholder 18">
            <a:extLst>
              <a:ext uri="{FF2B5EF4-FFF2-40B4-BE49-F238E27FC236}">
                <a16:creationId xmlns:a16="http://schemas.microsoft.com/office/drawing/2014/main" id="{FBB1EB8E-9C26-DC32-8498-7F5998392555}"/>
              </a:ext>
            </a:extLst>
          </p:cNvPr>
          <p:cNvSpPr>
            <a:spLocks noGrp="1"/>
          </p:cNvSpPr>
          <p:nvPr>
            <p:ph type="pic" sz="quarter" idx="13" hasCustomPrompt="1"/>
          </p:nvPr>
        </p:nvSpPr>
        <p:spPr>
          <a:xfrm>
            <a:off x="1" y="466598"/>
            <a:ext cx="4460008" cy="3601433"/>
          </a:xfrm>
          <a:blipFill dpi="0" rotWithShape="1">
            <a:blip r:embed="rId2">
              <a:alphaModFix amt="80000"/>
            </a:blip>
            <a:srcRect/>
            <a:stretch>
              <a:fillRect/>
            </a:stretch>
          </a:blipFill>
        </p:spPr>
        <p:txBody>
          <a:bodyPr/>
          <a:lstStyle>
            <a:lvl1pPr marL="0" indent="0">
              <a:buNone/>
              <a:defRPr/>
            </a:lvl1pPr>
          </a:lstStyle>
          <a:p>
            <a:r>
              <a:rPr lang="en-US" dirty="0"/>
              <a:t> </a:t>
            </a:r>
          </a:p>
        </p:txBody>
      </p:sp>
      <p:sp>
        <p:nvSpPr>
          <p:cNvPr id="3" name="Content Placeholder 2">
            <a:extLst>
              <a:ext uri="{FF2B5EF4-FFF2-40B4-BE49-F238E27FC236}">
                <a16:creationId xmlns:a16="http://schemas.microsoft.com/office/drawing/2014/main" id="{00327223-CF88-A3FD-E8DF-370D7C19B1B6}"/>
              </a:ext>
            </a:extLst>
          </p:cNvPr>
          <p:cNvSpPr>
            <a:spLocks noGrp="1"/>
          </p:cNvSpPr>
          <p:nvPr>
            <p:ph idx="1"/>
          </p:nvPr>
        </p:nvSpPr>
        <p:spPr>
          <a:xfrm>
            <a:off x="4892635" y="788704"/>
            <a:ext cx="6730614" cy="538585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A7E38D70-266E-0D00-4BB2-CEF20A35B76C}"/>
              </a:ext>
            </a:extLst>
          </p:cNvPr>
          <p:cNvSpPr>
            <a:spLocks noGrp="1"/>
          </p:cNvSpPr>
          <p:nvPr>
            <p:ph type="ftr" sz="quarter" idx="11"/>
          </p:nvPr>
        </p:nvSpPr>
        <p:spPr>
          <a:xfrm>
            <a:off x="457200" y="6445997"/>
            <a:ext cx="3543300" cy="365125"/>
          </a:xfrm>
        </p:spPr>
        <p:txBody>
          <a:bodyPr/>
          <a:lstStyle/>
          <a:p>
            <a:r>
              <a:rPr lang="en-US" dirty="0"/>
              <a:t>Sample Footer Text</a:t>
            </a:r>
          </a:p>
        </p:txBody>
      </p:sp>
      <p:sp>
        <p:nvSpPr>
          <p:cNvPr id="4" name="Date Placeholder 3">
            <a:extLst>
              <a:ext uri="{FF2B5EF4-FFF2-40B4-BE49-F238E27FC236}">
                <a16:creationId xmlns:a16="http://schemas.microsoft.com/office/drawing/2014/main" id="{ADC28223-FDFF-908F-158A-3401127BA5C7}"/>
              </a:ext>
            </a:extLst>
          </p:cNvPr>
          <p:cNvSpPr>
            <a:spLocks noGrp="1"/>
          </p:cNvSpPr>
          <p:nvPr>
            <p:ph type="dt" sz="half" idx="10"/>
          </p:nvPr>
        </p:nvSpPr>
        <p:spPr/>
        <p:txBody>
          <a:bodyPr/>
          <a:lstStyle/>
          <a:p>
            <a:fld id="{AD924D50-69B4-493C-AABF-53036A8D79F6}" type="datetime1">
              <a:rPr lang="en-US" smtClean="0"/>
              <a:t>3/25/2026</a:t>
            </a:fld>
            <a:endParaRPr lang="en-US" dirty="0"/>
          </a:p>
        </p:txBody>
      </p:sp>
      <p:sp>
        <p:nvSpPr>
          <p:cNvPr id="6" name="Slide Number Placeholder 5">
            <a:extLst>
              <a:ext uri="{FF2B5EF4-FFF2-40B4-BE49-F238E27FC236}">
                <a16:creationId xmlns:a16="http://schemas.microsoft.com/office/drawing/2014/main" id="{9A1F0CF0-00B7-2F2A-2E49-88AB87A201E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14" name="Straight Connector 13">
            <a:extLst>
              <a:ext uri="{FF2B5EF4-FFF2-40B4-BE49-F238E27FC236}">
                <a16:creationId xmlns:a16="http://schemas.microsoft.com/office/drawing/2014/main" id="{6EB92977-9D16-C370-F779-0B9C67993046}"/>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0F4F50A3-1136-13EC-E499-F6DDCBFE375F}"/>
              </a:ext>
            </a:extLst>
          </p:cNvPr>
          <p:cNvCxnSpPr>
            <a:cxnSpLocks/>
          </p:cNvCxnSpPr>
          <p:nvPr/>
        </p:nvCxnSpPr>
        <p:spPr>
          <a:xfrm flipH="1">
            <a:off x="0" y="4068031"/>
            <a:ext cx="4460008"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B57362BC-3CD1-D6F5-CB9B-B2AAD7EAD176}"/>
              </a:ext>
            </a:extLst>
          </p:cNvPr>
          <p:cNvCxnSpPr>
            <a:cxnSpLocks/>
          </p:cNvCxnSpPr>
          <p:nvPr/>
        </p:nvCxnSpPr>
        <p:spPr>
          <a:xfrm>
            <a:off x="4460008"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40D58D1-F636-9620-582E-41FBB707092B}"/>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538966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Number Large">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891F6A87-CC7B-D4BD-1F6A-C3948971C39D}"/>
              </a:ext>
            </a:extLst>
          </p:cNvPr>
          <p:cNvSpPr/>
          <p:nvPr/>
        </p:nvSpPr>
        <p:spPr>
          <a:xfrm>
            <a:off x="0" y="0"/>
            <a:ext cx="12192000"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1188720" y="5264780"/>
            <a:ext cx="9811512" cy="1097280"/>
          </a:xfrm>
        </p:spPr>
        <p:txBody>
          <a:bodyPr vert="horz" lIns="91440" tIns="45720" rIns="91440" bIns="45720" rtlCol="0" anchor="ctr">
            <a:normAutofit/>
          </a:bodyPr>
          <a:lstStyle>
            <a:lvl1pPr algn="ctr">
              <a:lnSpc>
                <a:spcPct val="110000"/>
              </a:lnSpc>
              <a:defRPr lang="en-US" sz="2800" cap="all" spc="100" baseline="0" dirty="0">
                <a:solidFill>
                  <a:schemeClr val="tx2">
                    <a:lumMod val="90000"/>
                  </a:schemeClr>
                </a:solidFill>
                <a:latin typeface="+mn-lt"/>
              </a:defRPr>
            </a:lvl1pPr>
          </a:lstStyle>
          <a:p>
            <a:pPr lvl="0"/>
            <a:r>
              <a:rPr lang="en-US" dirty="0"/>
              <a:t>Click to edit Master title styles</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493776" y="676656"/>
            <a:ext cx="11201400" cy="4206240"/>
          </a:xfrm>
        </p:spPr>
        <p:txBody>
          <a:bodyPr vert="horz" lIns="91440" tIns="45720" rIns="91440" bIns="45720" rtlCol="0" anchor="b">
            <a:normAutofit/>
          </a:bodyPr>
          <a:lstStyle>
            <a:lvl1pPr marL="0" indent="0" algn="ctr">
              <a:lnSpc>
                <a:spcPct val="90000"/>
              </a:lnSpc>
              <a:spcBef>
                <a:spcPts val="0"/>
              </a:spcBef>
              <a:buNone/>
              <a:defRPr lang="en-US" sz="27800" dirty="0">
                <a:solidFill>
                  <a:schemeClr val="tx2">
                    <a:lumMod val="90000"/>
                  </a:schemeClr>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2"/>
                </a:solidFill>
              </a:defRPr>
            </a:lvl1pPr>
          </a:lstStyle>
          <a:p>
            <a:fld id="{4AC8F0CD-CD54-4D81-AA2E-F53EC757E087}" type="datetime1">
              <a:rPr lang="en-US" smtClean="0"/>
              <a:t>3/25/2026</a:t>
            </a:fld>
            <a:endParaRPr lang="en-US" dirty="0"/>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dirty="0"/>
          </a:p>
        </p:txBody>
      </p:sp>
      <p:cxnSp>
        <p:nvCxnSpPr>
          <p:cNvPr id="10" name="Straight Connector 9">
            <a:extLst>
              <a:ext uri="{FF2B5EF4-FFF2-40B4-BE49-F238E27FC236}">
                <a16:creationId xmlns:a16="http://schemas.microsoft.com/office/drawing/2014/main" id="{85ADE133-B5D6-A1C0-6BC9-C723D008EC0E}"/>
              </a:ext>
            </a:extLst>
          </p:cNvPr>
          <p:cNvCxnSpPr>
            <a:cxnSpLocks/>
          </p:cNvCxnSpPr>
          <p:nvPr/>
        </p:nvCxnSpPr>
        <p:spPr>
          <a:xfrm flipH="1">
            <a:off x="0" y="5018669"/>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98389604"/>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Number Large 2">
    <p:bg>
      <p:bgRef idx="1001">
        <a:schemeClr val="bg1"/>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F9816A-24DB-A6D2-3F39-E78DC5E1C26D}"/>
              </a:ext>
            </a:extLst>
          </p:cNvPr>
          <p:cNvSpPr/>
          <p:nvPr/>
        </p:nvSpPr>
        <p:spPr>
          <a:xfrm>
            <a:off x="0" y="0"/>
            <a:ext cx="12192000" cy="6858000"/>
          </a:xfrm>
          <a:prstGeom prst="rect">
            <a:avLst/>
          </a:prstGeom>
          <a:solidFill>
            <a:schemeClr val="accent2">
              <a:alpha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806196" y="5248656"/>
            <a:ext cx="10579608" cy="896112"/>
          </a:xfrm>
        </p:spPr>
        <p:txBody>
          <a:bodyPr vert="horz" lIns="91440" tIns="45720" rIns="91440" bIns="45720" rtlCol="0" anchor="ctr">
            <a:normAutofit/>
          </a:bodyPr>
          <a:lstStyle>
            <a:lvl1pPr algn="ctr">
              <a:lnSpc>
                <a:spcPct val="110000"/>
              </a:lnSpc>
              <a:defRPr lang="en-US" sz="2400" cap="all" spc="200" baseline="0" dirty="0">
                <a:solidFill>
                  <a:schemeClr val="accent4">
                    <a:lumMod val="75000"/>
                  </a:schemeClr>
                </a:solidFill>
                <a:latin typeface="+mn-lt"/>
              </a:defRPr>
            </a:lvl1pPr>
          </a:lstStyle>
          <a:p>
            <a:pPr lvl="0"/>
            <a:r>
              <a:rPr lang="en-US" dirty="0"/>
              <a:t>Click to edit Master title styles</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495300" y="603504"/>
            <a:ext cx="11201400" cy="4206240"/>
          </a:xfrm>
        </p:spPr>
        <p:txBody>
          <a:bodyPr vert="horz" lIns="91440" tIns="45720" rIns="91440" bIns="45720" rtlCol="0" anchor="b">
            <a:normAutofit/>
          </a:bodyPr>
          <a:lstStyle>
            <a:lvl1pPr marL="0" indent="0" algn="ctr">
              <a:lnSpc>
                <a:spcPct val="90000"/>
              </a:lnSpc>
              <a:spcBef>
                <a:spcPts val="0"/>
              </a:spcBef>
              <a:buNone/>
              <a:defRPr lang="en-US" sz="27800" dirty="0">
                <a:solidFill>
                  <a:schemeClr val="accent4">
                    <a:lumMod val="75000"/>
                  </a:schemeClr>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2"/>
                </a:solidFill>
              </a:defRPr>
            </a:lvl1pPr>
          </a:lstStyle>
          <a:p>
            <a:fld id="{357BF1D3-2990-4429-A9CB-0765BDF1B23D}" type="datetime1">
              <a:rPr lang="en-US" smtClean="0"/>
              <a:t>3/25/2026</a:t>
            </a:fld>
            <a:endParaRPr lang="en-US" dirty="0"/>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dirty="0"/>
          </a:p>
        </p:txBody>
      </p:sp>
      <p:cxnSp>
        <p:nvCxnSpPr>
          <p:cNvPr id="6" name="Straight Connector 5">
            <a:extLst>
              <a:ext uri="{FF2B5EF4-FFF2-40B4-BE49-F238E27FC236}">
                <a16:creationId xmlns:a16="http://schemas.microsoft.com/office/drawing/2014/main" id="{64C657CA-BC15-CFB3-68A2-CD405FBC42E3}"/>
              </a:ext>
            </a:extLst>
          </p:cNvPr>
          <p:cNvCxnSpPr>
            <a:cxnSpLocks/>
          </p:cNvCxnSpPr>
          <p:nvPr/>
        </p:nvCxnSpPr>
        <p:spPr>
          <a:xfrm flipH="1">
            <a:off x="0" y="5018669"/>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C2258A7C-B0B2-E98B-CC50-E513F3F96778}"/>
              </a:ext>
            </a:extLst>
          </p:cNvPr>
          <p:cNvCxnSpPr>
            <a:cxnSpLocks/>
          </p:cNvCxnSpPr>
          <p:nvPr/>
        </p:nvCxnSpPr>
        <p:spPr>
          <a:xfrm flipH="1">
            <a:off x="0" y="6396171"/>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49390628"/>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Number Large 3">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FDE1DC1-9689-2EE3-E7BA-1B5865E69925}"/>
              </a:ext>
            </a:extLst>
          </p:cNvPr>
          <p:cNvSpPr/>
          <p:nvPr/>
        </p:nvSpPr>
        <p:spPr>
          <a:xfrm>
            <a:off x="0" y="0"/>
            <a:ext cx="12192000" cy="6858000"/>
          </a:xfrm>
          <a:prstGeom prst="rect">
            <a:avLst/>
          </a:prstGeom>
          <a:solidFill>
            <a:schemeClr val="accent2">
              <a:lumMod val="60000"/>
              <a:lumOff val="40000"/>
              <a:alpha val="9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1718209" y="5095152"/>
            <a:ext cx="8755582" cy="1397088"/>
          </a:xfrm>
        </p:spPr>
        <p:txBody>
          <a:bodyPr vert="horz" lIns="91440" tIns="45720" rIns="91440" bIns="45720" rtlCol="0" anchor="ctr">
            <a:normAutofit/>
          </a:bodyPr>
          <a:lstStyle>
            <a:lvl1pPr algn="ctr">
              <a:lnSpc>
                <a:spcPct val="120000"/>
              </a:lnSpc>
              <a:defRPr lang="en-US" sz="2600" cap="all" spc="100" baseline="0" dirty="0">
                <a:solidFill>
                  <a:schemeClr val="accent4"/>
                </a:solidFill>
                <a:latin typeface="+mn-lt"/>
              </a:defRPr>
            </a:lvl1pPr>
          </a:lstStyle>
          <a:p>
            <a:pPr lvl="0"/>
            <a:r>
              <a:rPr lang="en-US" dirty="0"/>
              <a:t>Click to edit Master title styles</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915924" y="604476"/>
            <a:ext cx="10360152" cy="3886200"/>
          </a:xfrm>
        </p:spPr>
        <p:txBody>
          <a:bodyPr vert="horz" lIns="91440" tIns="45720" rIns="91440" bIns="45720" rtlCol="0" anchor="b">
            <a:normAutofit/>
          </a:bodyPr>
          <a:lstStyle>
            <a:lvl1pPr marL="0" indent="0" algn="ctr">
              <a:lnSpc>
                <a:spcPct val="90000"/>
              </a:lnSpc>
              <a:spcBef>
                <a:spcPts val="0"/>
              </a:spcBef>
              <a:buNone/>
              <a:defRPr lang="en-US" sz="26000" dirty="0">
                <a:solidFill>
                  <a:schemeClr val="accent4"/>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a:xfrm>
            <a:off x="640080" y="6445997"/>
            <a:ext cx="3949302" cy="365125"/>
          </a:xfrm>
        </p:spPr>
        <p:txBody>
          <a:bodyPr/>
          <a:lstStyle>
            <a:lvl1pPr>
              <a:defRPr>
                <a:solidFill>
                  <a:schemeClr val="tx2"/>
                </a:solidFill>
              </a:defRPr>
            </a:lvl1pPr>
          </a:lstStyle>
          <a:p>
            <a:r>
              <a:rPr lang="en-US" dirty="0"/>
              <a:t>Sample Footer Text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2"/>
                </a:solidFill>
              </a:defRPr>
            </a:lvl1pPr>
          </a:lstStyle>
          <a:p>
            <a:fld id="{BE99BABC-AD7D-4A6D-A89B-3BB2921A5531}" type="datetime1">
              <a:rPr lang="en-US" smtClean="0"/>
              <a:t>3/25/2026</a:t>
            </a:fld>
            <a:endParaRPr lang="en-US" dirty="0"/>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dirty="0"/>
          </a:p>
        </p:txBody>
      </p:sp>
      <p:cxnSp>
        <p:nvCxnSpPr>
          <p:cNvPr id="9" name="Straight Connector 8">
            <a:extLst>
              <a:ext uri="{FF2B5EF4-FFF2-40B4-BE49-F238E27FC236}">
                <a16:creationId xmlns:a16="http://schemas.microsoft.com/office/drawing/2014/main" id="{C4E840B4-4A86-E59D-DE37-6D68E8998743}"/>
              </a:ext>
            </a:extLst>
          </p:cNvPr>
          <p:cNvCxnSpPr>
            <a:cxnSpLocks/>
          </p:cNvCxnSpPr>
          <p:nvPr/>
        </p:nvCxnSpPr>
        <p:spPr>
          <a:xfrm flipH="1">
            <a:off x="0" y="4800185"/>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74C1874-713F-9C70-0910-15468C71D94B}"/>
              </a:ext>
            </a:extLst>
          </p:cNvPr>
          <p:cNvCxnSpPr>
            <a:cxnSpLocks/>
          </p:cNvCxnSpPr>
          <p:nvPr/>
        </p:nvCxnSpPr>
        <p:spPr>
          <a:xfrm>
            <a:off x="457200" y="0"/>
            <a:ext cx="0" cy="685800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FFE3C4BC-AB49-4B2D-6D76-2DB06F19B146}"/>
              </a:ext>
            </a:extLst>
          </p:cNvPr>
          <p:cNvCxnSpPr>
            <a:cxnSpLocks/>
          </p:cNvCxnSpPr>
          <p:nvPr/>
        </p:nvCxnSpPr>
        <p:spPr>
          <a:xfrm>
            <a:off x="11734800" y="0"/>
            <a:ext cx="0" cy="685800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2190486"/>
      </p:ext>
    </p:extLst>
  </p:cSld>
  <p:clrMapOvr>
    <a:overrideClrMapping bg1="lt1" tx1="dk1" bg2="lt2" tx2="dk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Number Large 4">
    <p:bg>
      <p:bgRef idx="1001">
        <a:schemeClr val="bg2"/>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F5F8892-F2ED-BFCA-E7AB-85D6D27E4996}"/>
              </a:ext>
            </a:extLst>
          </p:cNvPr>
          <p:cNvSpPr/>
          <p:nvPr/>
        </p:nvSpPr>
        <p:spPr>
          <a:xfrm>
            <a:off x="0" y="0"/>
            <a:ext cx="12192000" cy="6858000"/>
          </a:xfrm>
          <a:prstGeom prst="rect">
            <a:avLst/>
          </a:prstGeom>
          <a:solidFill>
            <a:schemeClr val="accent2">
              <a:lumMod val="60000"/>
              <a:lumOff val="40000"/>
              <a:alpha val="9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0B5B8561-D435-07DE-2456-79994CDFB83C}"/>
              </a:ext>
            </a:extLst>
          </p:cNvPr>
          <p:cNvSpPr>
            <a:spLocks noGrp="1"/>
          </p:cNvSpPr>
          <p:nvPr>
            <p:ph type="title" hasCustomPrompt="1"/>
          </p:nvPr>
        </p:nvSpPr>
        <p:spPr>
          <a:xfrm>
            <a:off x="457200" y="4809744"/>
            <a:ext cx="10817352" cy="1325880"/>
          </a:xfrm>
        </p:spPr>
        <p:txBody>
          <a:bodyPr vert="horz" lIns="91440" tIns="45720" rIns="91440" bIns="45720" rtlCol="0" anchor="ctr">
            <a:normAutofit/>
          </a:bodyPr>
          <a:lstStyle>
            <a:lvl1pPr>
              <a:lnSpc>
                <a:spcPct val="120000"/>
              </a:lnSpc>
              <a:defRPr lang="en-US" sz="2400" cap="all" spc="200" baseline="0" dirty="0">
                <a:solidFill>
                  <a:schemeClr val="tx2">
                    <a:alpha val="90000"/>
                  </a:schemeClr>
                </a:solidFill>
                <a:latin typeface="+mn-lt"/>
              </a:defRPr>
            </a:lvl1pPr>
          </a:lstStyle>
          <a:p>
            <a:pPr lvl="0"/>
            <a:r>
              <a:rPr lang="en-US" dirty="0"/>
              <a:t>Click to edit Master title styles</a:t>
            </a:r>
          </a:p>
        </p:txBody>
      </p:sp>
      <p:sp>
        <p:nvSpPr>
          <p:cNvPr id="7" name="Content Placeholder 6">
            <a:extLst>
              <a:ext uri="{FF2B5EF4-FFF2-40B4-BE49-F238E27FC236}">
                <a16:creationId xmlns:a16="http://schemas.microsoft.com/office/drawing/2014/main" id="{A42AC33E-6837-F850-DF64-4475DAA059EE}"/>
              </a:ext>
            </a:extLst>
          </p:cNvPr>
          <p:cNvSpPr>
            <a:spLocks noGrp="1"/>
          </p:cNvSpPr>
          <p:nvPr>
            <p:ph sz="quarter" idx="13" hasCustomPrompt="1"/>
          </p:nvPr>
        </p:nvSpPr>
        <p:spPr>
          <a:xfrm>
            <a:off x="457200" y="603504"/>
            <a:ext cx="10817352" cy="3886200"/>
          </a:xfrm>
        </p:spPr>
        <p:txBody>
          <a:bodyPr vert="horz" lIns="91440" tIns="45720" rIns="91440" bIns="45720" rtlCol="0" anchor="b">
            <a:normAutofit/>
          </a:bodyPr>
          <a:lstStyle>
            <a:lvl1pPr marL="0" indent="0">
              <a:lnSpc>
                <a:spcPct val="90000"/>
              </a:lnSpc>
              <a:buNone/>
              <a:defRPr lang="en-US" sz="26000" dirty="0">
                <a:solidFill>
                  <a:schemeClr val="accent4"/>
                </a:solidFill>
                <a:latin typeface="+mj-lt"/>
              </a:defRPr>
            </a:lvl1pPr>
          </a:lstStyle>
          <a:p>
            <a:pPr lvl="0"/>
            <a:r>
              <a:rPr lang="en-US" dirty="0"/>
              <a:t>##%</a:t>
            </a:r>
          </a:p>
        </p:txBody>
      </p:sp>
      <p:sp>
        <p:nvSpPr>
          <p:cNvPr id="4" name="Footer Placeholder 3">
            <a:extLst>
              <a:ext uri="{FF2B5EF4-FFF2-40B4-BE49-F238E27FC236}">
                <a16:creationId xmlns:a16="http://schemas.microsoft.com/office/drawing/2014/main" id="{943AE6E7-0083-439C-3FBC-ADE4BE86C1A4}"/>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3" name="Date Placeholder 2">
            <a:extLst>
              <a:ext uri="{FF2B5EF4-FFF2-40B4-BE49-F238E27FC236}">
                <a16:creationId xmlns:a16="http://schemas.microsoft.com/office/drawing/2014/main" id="{615DF3EE-4BB8-4215-E053-BF3ED1BB9F97}"/>
              </a:ext>
            </a:extLst>
          </p:cNvPr>
          <p:cNvSpPr>
            <a:spLocks noGrp="1"/>
          </p:cNvSpPr>
          <p:nvPr>
            <p:ph type="dt" sz="half" idx="10"/>
          </p:nvPr>
        </p:nvSpPr>
        <p:spPr/>
        <p:txBody>
          <a:bodyPr/>
          <a:lstStyle>
            <a:lvl1pPr>
              <a:defRPr>
                <a:solidFill>
                  <a:schemeClr val="tx2"/>
                </a:solidFill>
              </a:defRPr>
            </a:lvl1pPr>
          </a:lstStyle>
          <a:p>
            <a:fld id="{651FE32A-A87D-4DC3-874C-FBD040896932}" type="datetime1">
              <a:rPr lang="en-US" smtClean="0"/>
              <a:t>3/25/2026</a:t>
            </a:fld>
            <a:endParaRPr lang="en-US" dirty="0"/>
          </a:p>
        </p:txBody>
      </p:sp>
      <p:sp>
        <p:nvSpPr>
          <p:cNvPr id="5" name="Slide Number Placeholder 4">
            <a:extLst>
              <a:ext uri="{FF2B5EF4-FFF2-40B4-BE49-F238E27FC236}">
                <a16:creationId xmlns:a16="http://schemas.microsoft.com/office/drawing/2014/main" id="{2AF27A3B-009A-1790-7D93-9A1F6351D8BE}"/>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dirty="0"/>
          </a:p>
        </p:txBody>
      </p:sp>
      <p:cxnSp>
        <p:nvCxnSpPr>
          <p:cNvPr id="6" name="Straight Connector 5">
            <a:extLst>
              <a:ext uri="{FF2B5EF4-FFF2-40B4-BE49-F238E27FC236}">
                <a16:creationId xmlns:a16="http://schemas.microsoft.com/office/drawing/2014/main" id="{FBC03FAC-E732-2A29-931B-DF10E16576A9}"/>
              </a:ext>
            </a:extLst>
          </p:cNvPr>
          <p:cNvCxnSpPr>
            <a:cxnSpLocks/>
          </p:cNvCxnSpPr>
          <p:nvPr/>
        </p:nvCxnSpPr>
        <p:spPr>
          <a:xfrm flipH="1">
            <a:off x="0" y="4567063"/>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2EAA9EA-F053-9082-1866-9E27466BAA2B}"/>
              </a:ext>
            </a:extLst>
          </p:cNvPr>
          <p:cNvCxnSpPr>
            <a:cxnSpLocks/>
          </p:cNvCxnSpPr>
          <p:nvPr/>
        </p:nvCxnSpPr>
        <p:spPr>
          <a:xfrm flipH="1">
            <a:off x="0" y="6396171"/>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C4634D08-FFFD-5C50-9C95-E26621C9F10B}"/>
              </a:ext>
            </a:extLst>
          </p:cNvPr>
          <p:cNvCxnSpPr>
            <a:cxnSpLocks/>
          </p:cNvCxnSpPr>
          <p:nvPr/>
        </p:nvCxnSpPr>
        <p:spPr>
          <a:xfrm>
            <a:off x="11734800" y="0"/>
            <a:ext cx="0" cy="685800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991171"/>
      </p:ext>
    </p:extLst>
  </p:cSld>
  <p:clrMapOvr>
    <a:overrideClrMapping bg1="lt1" tx1="dk1" bg2="lt2" tx2="dk2" accent1="accent1" accent2="accent2" accent3="accent3" accent4="accent4" accent5="accent5" accent6="accent6" hlink="hlink" folHlink="folHlink"/>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Statement">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5FB4D75-C478-D736-9A5A-B64DEA241030}"/>
              </a:ext>
            </a:extLst>
          </p:cNvPr>
          <p:cNvSpPr/>
          <p:nvPr/>
        </p:nvSpPr>
        <p:spPr>
          <a:xfrm>
            <a:off x="0" y="0"/>
            <a:ext cx="12192000" cy="685800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693103" y="1493520"/>
            <a:ext cx="8805794" cy="3911600"/>
          </a:xfrm>
        </p:spPr>
        <p:txBody>
          <a:bodyPr anchor="ctr">
            <a:normAutofit/>
          </a:bodyPr>
          <a:lstStyle>
            <a:lvl1pPr marL="0" indent="0" algn="ctr">
              <a:lnSpc>
                <a:spcPct val="110000"/>
              </a:lnSpc>
              <a:buNone/>
              <a:defRPr sz="5400" b="0">
                <a:solidFill>
                  <a:schemeClr val="tx2"/>
                </a:solidFill>
                <a:latin typeface="+mj-lt"/>
              </a:defRPr>
            </a:lvl1pPr>
            <a:lvl2pPr marL="228600" indent="0" algn="ctr">
              <a:lnSpc>
                <a:spcPct val="110000"/>
              </a:lnSpc>
              <a:buNone/>
              <a:defRPr sz="4800" b="0">
                <a:solidFill>
                  <a:schemeClr val="tx2"/>
                </a:solidFill>
                <a:latin typeface="+mj-lt"/>
              </a:defRPr>
            </a:lvl2pPr>
            <a:lvl3pPr marL="457200" indent="0" algn="ctr">
              <a:lnSpc>
                <a:spcPct val="110000"/>
              </a:lnSpc>
              <a:buNone/>
              <a:defRPr sz="4400" b="0">
                <a:solidFill>
                  <a:schemeClr val="tx2"/>
                </a:solidFill>
                <a:latin typeface="+mj-lt"/>
              </a:defRPr>
            </a:lvl3pPr>
            <a:lvl4pPr marL="685800" indent="0" algn="ctr">
              <a:lnSpc>
                <a:spcPct val="110000"/>
              </a:lnSpc>
              <a:buNone/>
              <a:defRPr sz="4000" b="0">
                <a:solidFill>
                  <a:schemeClr val="tx2"/>
                </a:solidFill>
                <a:latin typeface="+mj-lt"/>
              </a:defRPr>
            </a:lvl4pPr>
            <a:lvl5pPr marL="914400" indent="0" algn="ctr">
              <a:lnSpc>
                <a:spcPct val="110000"/>
              </a:lnSpc>
              <a:buNone/>
              <a:defRPr sz="3600" b="0">
                <a:solidFill>
                  <a:schemeClr val="tx2"/>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640080" y="6445997"/>
            <a:ext cx="3949302" cy="365125"/>
          </a:xfrm>
        </p:spPr>
        <p:txBody>
          <a:bodyPr/>
          <a:lstStyle>
            <a:lvl1pPr>
              <a:defRPr>
                <a:solidFill>
                  <a:schemeClr val="tx2"/>
                </a:solidFill>
              </a:defRPr>
            </a:lvl1pPr>
          </a:lstStyle>
          <a:p>
            <a:r>
              <a:rPr lang="en-US" dirty="0"/>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E036278C-3666-418F-8843-DFD38DB3098D}" type="datetime1">
              <a:rPr lang="en-US" smtClean="0"/>
              <a:t>3/25/2026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dirty="0"/>
          </a:p>
        </p:txBody>
      </p:sp>
      <p:cxnSp>
        <p:nvCxnSpPr>
          <p:cNvPr id="9" name="Straight Connector 8">
            <a:extLst>
              <a:ext uri="{FF2B5EF4-FFF2-40B4-BE49-F238E27FC236}">
                <a16:creationId xmlns:a16="http://schemas.microsoft.com/office/drawing/2014/main" id="{6C547212-589F-3A5C-2FF7-4E576B86E3A3}"/>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40E2472-A2D0-B3C4-1592-E709B2EC9AD6}"/>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F95E0B8-C6C3-8095-D53F-FB618E39D7CE}"/>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AD2DF78-237E-1E21-906C-273460F55F55}"/>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26498314"/>
      </p:ext>
    </p:extLst>
  </p:cSld>
  <p:clrMapOvr>
    <a:overrideClrMapping bg1="dk1" tx1="lt1" bg2="dk2" tx2="lt2" accent1="accent1" accent2="accent2" accent3="accent3" accent4="accent4" accent5="accent5" accent6="accent6" hlink="hlink" folHlink="folHlink"/>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cSld name="Statement 2">
    <p:bg>
      <p:bgRef idx="1001">
        <a:schemeClr val="bg2"/>
      </p:bgRef>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AEFC0D0B-DA30-766C-173E-0170DEC1DFE7}"/>
              </a:ext>
            </a:extLst>
          </p:cNvPr>
          <p:cNvSpPr/>
          <p:nvPr/>
        </p:nvSpPr>
        <p:spPr>
          <a:xfrm>
            <a:off x="0" y="0"/>
            <a:ext cx="12192000" cy="6858000"/>
          </a:xfrm>
          <a:prstGeom prst="rect">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lvl1pPr>
              <a:defRPr>
                <a:solidFill>
                  <a:schemeClr val="bg2"/>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450676" y="1069677"/>
            <a:ext cx="9290649" cy="4744528"/>
          </a:xfrm>
        </p:spPr>
        <p:txBody>
          <a:bodyPr anchor="ctr">
            <a:normAutofit/>
          </a:bodyPr>
          <a:lstStyle>
            <a:lvl1pPr marL="0" indent="0" algn="ctr">
              <a:lnSpc>
                <a:spcPct val="120000"/>
              </a:lnSpc>
              <a:buNone/>
              <a:defRPr sz="4000" b="0" cap="all" spc="260" baseline="0">
                <a:solidFill>
                  <a:schemeClr val="tx2"/>
                </a:solidFill>
              </a:defRPr>
            </a:lvl1pPr>
            <a:lvl2pPr marL="228600" indent="0" algn="ctr">
              <a:lnSpc>
                <a:spcPct val="120000"/>
              </a:lnSpc>
              <a:buNone/>
              <a:defRPr sz="4000" b="0" cap="all" spc="260" baseline="0">
                <a:solidFill>
                  <a:schemeClr val="tx2"/>
                </a:solidFill>
              </a:defRPr>
            </a:lvl2pPr>
            <a:lvl3pPr marL="457200" indent="0" algn="ctr">
              <a:lnSpc>
                <a:spcPct val="120000"/>
              </a:lnSpc>
              <a:buNone/>
              <a:defRPr sz="4000" b="0" cap="all" spc="260" baseline="0">
                <a:solidFill>
                  <a:schemeClr val="tx2"/>
                </a:solidFill>
              </a:defRPr>
            </a:lvl3pPr>
            <a:lvl4pPr marL="685800" indent="0" algn="ctr">
              <a:lnSpc>
                <a:spcPct val="120000"/>
              </a:lnSpc>
              <a:buNone/>
              <a:defRPr sz="4000" b="0" cap="all" spc="260" baseline="0">
                <a:solidFill>
                  <a:schemeClr val="tx2"/>
                </a:solidFill>
              </a:defRPr>
            </a:lvl4pPr>
            <a:lvl5pPr marL="914400" indent="0" algn="ctr">
              <a:lnSpc>
                <a:spcPct val="120000"/>
              </a:lnSpc>
              <a:buNone/>
              <a:defRPr sz="4000" b="0" cap="all" spc="260" baseline="0">
                <a:solidFill>
                  <a:schemeClr val="tx2"/>
                </a:solidFill>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640080" y="6445997"/>
            <a:ext cx="3949302" cy="365125"/>
          </a:xfrm>
        </p:spPr>
        <p:txBody>
          <a:bodyPr/>
          <a:lstStyle>
            <a:lvl1pPr>
              <a:defRPr>
                <a:solidFill>
                  <a:schemeClr val="tx2"/>
                </a:solidFill>
              </a:defRPr>
            </a:lvl1pPr>
          </a:lstStyle>
          <a:p>
            <a:r>
              <a:rPr lang="en-US" dirty="0"/>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4E50C56A-CD5D-4BFA-97E5-381E40BD37FE}" type="datetime1">
              <a:rPr lang="en-US" smtClean="0"/>
              <a:t>3/25/2026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dirty="0"/>
          </a:p>
        </p:txBody>
      </p:sp>
      <p:cxnSp>
        <p:nvCxnSpPr>
          <p:cNvPr id="6" name="Straight Connector 5">
            <a:extLst>
              <a:ext uri="{FF2B5EF4-FFF2-40B4-BE49-F238E27FC236}">
                <a16:creationId xmlns:a16="http://schemas.microsoft.com/office/drawing/2014/main" id="{6D749579-0FDB-004C-88C7-AEAFA967138F}"/>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7236D2D7-1E6C-18EB-97E2-3C716E213514}"/>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CC134195-89D3-0A49-21C0-FCE233C5FA6B}"/>
              </a:ext>
            </a:extLst>
          </p:cNvPr>
          <p:cNvCxnSpPr>
            <a:cxnSpLocks/>
          </p:cNvCxnSpPr>
          <p:nvPr/>
        </p:nvCxnSpPr>
        <p:spPr>
          <a:xfrm flipH="1">
            <a:off x="0" y="459932"/>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9A06AC78-B01D-B856-062B-5BDFA424140A}"/>
              </a:ext>
            </a:extLst>
          </p:cNvPr>
          <p:cNvCxnSpPr>
            <a:cxnSpLocks/>
          </p:cNvCxnSpPr>
          <p:nvPr/>
        </p:nvCxnSpPr>
        <p:spPr>
          <a:xfrm>
            <a:off x="117348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1958208"/>
      </p:ext>
    </p:extLst>
  </p:cSld>
  <p:clrMapOvr>
    <a:overrideClrMapping bg1="dk1" tx1="lt1" bg2="dk2" tx2="lt2" accent1="accent1" accent2="accent2" accent3="accent3" accent4="accent4" accent5="accent5" accent6="accent6" hlink="hlink" folHlink="folHlink"/>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Statement 3">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A54B8B42-1FAE-0461-C13E-F2663EC89061}"/>
              </a:ext>
            </a:extLst>
          </p:cNvPr>
          <p:cNvSpPr/>
          <p:nvPr/>
        </p:nvSpPr>
        <p:spPr>
          <a:xfrm>
            <a:off x="0" y="0"/>
            <a:ext cx="12192000" cy="6858000"/>
          </a:xfrm>
          <a:prstGeom prst="rect">
            <a:avLst/>
          </a:prstGeom>
          <a:solidFill>
            <a:schemeClr val="accent5">
              <a:lumMod val="40000"/>
              <a:lumOff val="60000"/>
              <a:alpha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693103" y="1493520"/>
            <a:ext cx="8805794" cy="3911600"/>
          </a:xfrm>
        </p:spPr>
        <p:txBody>
          <a:bodyPr anchor="ctr">
            <a:normAutofit/>
          </a:bodyPr>
          <a:lstStyle>
            <a:lvl1pPr marL="0" indent="0" algn="ctr">
              <a:lnSpc>
                <a:spcPct val="110000"/>
              </a:lnSpc>
              <a:buNone/>
              <a:defRPr sz="5400" b="0">
                <a:solidFill>
                  <a:schemeClr val="tx2">
                    <a:alpha val="90000"/>
                  </a:schemeClr>
                </a:solidFill>
                <a:latin typeface="+mj-lt"/>
              </a:defRPr>
            </a:lvl1pPr>
            <a:lvl2pPr marL="228600" indent="0" algn="ctr">
              <a:lnSpc>
                <a:spcPct val="110000"/>
              </a:lnSpc>
              <a:buNone/>
              <a:defRPr sz="4800" b="0">
                <a:solidFill>
                  <a:schemeClr val="tx2">
                    <a:alpha val="90000"/>
                  </a:schemeClr>
                </a:solidFill>
                <a:latin typeface="+mj-lt"/>
              </a:defRPr>
            </a:lvl2pPr>
            <a:lvl3pPr marL="457200" indent="0" algn="ctr">
              <a:lnSpc>
                <a:spcPct val="110000"/>
              </a:lnSpc>
              <a:buNone/>
              <a:defRPr sz="4400" b="0">
                <a:solidFill>
                  <a:schemeClr val="tx2">
                    <a:alpha val="90000"/>
                  </a:schemeClr>
                </a:solidFill>
                <a:latin typeface="+mj-lt"/>
              </a:defRPr>
            </a:lvl3pPr>
            <a:lvl4pPr marL="685800" indent="0" algn="ctr">
              <a:lnSpc>
                <a:spcPct val="110000"/>
              </a:lnSpc>
              <a:buNone/>
              <a:defRPr sz="4000" b="0">
                <a:solidFill>
                  <a:schemeClr val="tx2">
                    <a:alpha val="90000"/>
                  </a:schemeClr>
                </a:solidFill>
                <a:latin typeface="+mj-lt"/>
              </a:defRPr>
            </a:lvl4pPr>
            <a:lvl5pPr marL="914400" indent="0" algn="ctr">
              <a:lnSpc>
                <a:spcPct val="110000"/>
              </a:lnSpc>
              <a:buNone/>
              <a:defRPr sz="3600" b="0">
                <a:solidFill>
                  <a:schemeClr val="tx2">
                    <a:alpha val="90000"/>
                  </a:schemeClr>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640080" y="6445997"/>
            <a:ext cx="3949302" cy="365125"/>
          </a:xfrm>
        </p:spPr>
        <p:txBody>
          <a:bodyPr/>
          <a:lstStyle>
            <a:lvl1pPr>
              <a:defRPr>
                <a:solidFill>
                  <a:schemeClr val="tx2"/>
                </a:solidFill>
              </a:defRPr>
            </a:lvl1pPr>
          </a:lstStyle>
          <a:p>
            <a:r>
              <a:rPr lang="en-US" dirty="0"/>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DBF456FA-CA72-4459-B86B-03B2C85DD46A}" type="datetime1">
              <a:rPr lang="en-US" smtClean="0"/>
              <a:t>3/25/2026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dirty="0"/>
          </a:p>
        </p:txBody>
      </p:sp>
      <p:cxnSp>
        <p:nvCxnSpPr>
          <p:cNvPr id="9" name="Straight Connector 8">
            <a:extLst>
              <a:ext uri="{FF2B5EF4-FFF2-40B4-BE49-F238E27FC236}">
                <a16:creationId xmlns:a16="http://schemas.microsoft.com/office/drawing/2014/main" id="{6C547212-589F-3A5C-2FF7-4E576B86E3A3}"/>
              </a:ext>
            </a:extLst>
          </p:cNvPr>
          <p:cNvCxnSpPr>
            <a:cxnSpLocks/>
          </p:cNvCxnSpPr>
          <p:nvPr/>
        </p:nvCxnSpPr>
        <p:spPr>
          <a:xfrm flipH="1">
            <a:off x="0" y="6398068"/>
            <a:ext cx="12192000" cy="0"/>
          </a:xfrm>
          <a:prstGeom prst="line">
            <a:avLst/>
          </a:prstGeom>
          <a:ln w="9525">
            <a:solidFill>
              <a:schemeClr val="bg2">
                <a:alpha val="40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440E2472-A2D0-B3C4-1592-E709B2EC9AD6}"/>
              </a:ext>
            </a:extLst>
          </p:cNvPr>
          <p:cNvCxnSpPr>
            <a:cxnSpLocks/>
          </p:cNvCxnSpPr>
          <p:nvPr/>
        </p:nvCxnSpPr>
        <p:spPr>
          <a:xfrm>
            <a:off x="457200" y="0"/>
            <a:ext cx="0" cy="6858000"/>
          </a:xfrm>
          <a:prstGeom prst="line">
            <a:avLst/>
          </a:prstGeom>
          <a:ln w="9525">
            <a:solidFill>
              <a:schemeClr val="bg2">
                <a:alpha val="4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2F95E0B8-C6C3-8095-D53F-FB618E39D7CE}"/>
              </a:ext>
            </a:extLst>
          </p:cNvPr>
          <p:cNvCxnSpPr>
            <a:cxnSpLocks/>
          </p:cNvCxnSpPr>
          <p:nvPr/>
        </p:nvCxnSpPr>
        <p:spPr>
          <a:xfrm flipH="1">
            <a:off x="0" y="459932"/>
            <a:ext cx="12192000" cy="0"/>
          </a:xfrm>
          <a:prstGeom prst="line">
            <a:avLst/>
          </a:prstGeom>
          <a:ln w="9525">
            <a:solidFill>
              <a:schemeClr val="bg2">
                <a:alpha val="40000"/>
              </a:schemeClr>
            </a:solidFill>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DAD2DF78-237E-1E21-906C-273460F55F55}"/>
              </a:ext>
            </a:extLst>
          </p:cNvPr>
          <p:cNvCxnSpPr>
            <a:cxnSpLocks/>
          </p:cNvCxnSpPr>
          <p:nvPr/>
        </p:nvCxnSpPr>
        <p:spPr>
          <a:xfrm>
            <a:off x="11734800" y="0"/>
            <a:ext cx="0" cy="6858000"/>
          </a:xfrm>
          <a:prstGeom prst="line">
            <a:avLst/>
          </a:prstGeom>
          <a:ln w="9525">
            <a:solidFill>
              <a:schemeClr val="bg2">
                <a:alpha val="4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33551971"/>
      </p:ext>
    </p:extLst>
  </p:cSld>
  <p:clrMapOvr>
    <a:overrideClrMapping bg1="lt1" tx1="dk1" bg2="lt2" tx2="dk2" accent1="accent1" accent2="accent2" accent3="accent3" accent4="accent4" accent5="accent5" accent6="accent6" hlink="hlink" folHlink="folHlink"/>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Statement 4">
    <p:bg>
      <p:bgRef idx="1001">
        <a:schemeClr val="bg2"/>
      </p:bgRef>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EAF5849-739D-C101-47C3-B7745B65C36B}"/>
              </a:ext>
            </a:extLst>
          </p:cNvPr>
          <p:cNvSpPr/>
          <p:nvPr/>
        </p:nvSpPr>
        <p:spPr>
          <a:xfrm>
            <a:off x="0" y="0"/>
            <a:ext cx="12192000" cy="6858000"/>
          </a:xfrm>
          <a:prstGeom prst="rect">
            <a:avLst/>
          </a:prstGeom>
          <a:solidFill>
            <a:schemeClr val="accent5">
              <a:lumMod val="40000"/>
              <a:lumOff val="60000"/>
              <a:alpha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612648" y="-1133856"/>
            <a:ext cx="10652760" cy="914400"/>
          </a:xfrm>
        </p:spPr>
        <p:txBody>
          <a:body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457201" y="726618"/>
            <a:ext cx="9057452" cy="3959677"/>
          </a:xfrm>
        </p:spPr>
        <p:txBody>
          <a:bodyPr anchor="ctr">
            <a:noAutofit/>
          </a:bodyPr>
          <a:lstStyle>
            <a:lvl1pPr marL="0" indent="0">
              <a:lnSpc>
                <a:spcPct val="100000"/>
              </a:lnSpc>
              <a:buNone/>
              <a:defRPr sz="6200" b="0">
                <a:solidFill>
                  <a:schemeClr val="tx2">
                    <a:alpha val="90000"/>
                  </a:schemeClr>
                </a:solidFill>
                <a:latin typeface="+mj-lt"/>
              </a:defRPr>
            </a:lvl1pPr>
            <a:lvl2pPr marL="228600" indent="0">
              <a:lnSpc>
                <a:spcPct val="100000"/>
              </a:lnSpc>
              <a:buNone/>
              <a:defRPr sz="6200" b="0">
                <a:solidFill>
                  <a:schemeClr val="tx2">
                    <a:alpha val="90000"/>
                  </a:schemeClr>
                </a:solidFill>
                <a:latin typeface="+mj-lt"/>
              </a:defRPr>
            </a:lvl2pPr>
            <a:lvl3pPr marL="457200" indent="0">
              <a:lnSpc>
                <a:spcPct val="100000"/>
              </a:lnSpc>
              <a:buNone/>
              <a:defRPr sz="6200" b="0">
                <a:solidFill>
                  <a:schemeClr val="tx2">
                    <a:alpha val="90000"/>
                  </a:schemeClr>
                </a:solidFill>
                <a:latin typeface="+mj-lt"/>
              </a:defRPr>
            </a:lvl3pPr>
            <a:lvl4pPr marL="685800" indent="0">
              <a:lnSpc>
                <a:spcPct val="100000"/>
              </a:lnSpc>
              <a:buNone/>
              <a:defRPr sz="6200" b="0">
                <a:solidFill>
                  <a:schemeClr val="tx2">
                    <a:alpha val="90000"/>
                  </a:schemeClr>
                </a:solidFill>
                <a:latin typeface="+mj-lt"/>
              </a:defRPr>
            </a:lvl4pPr>
            <a:lvl5pPr marL="914400" indent="0">
              <a:lnSpc>
                <a:spcPct val="100000"/>
              </a:lnSpc>
              <a:buNone/>
              <a:defRPr sz="6200" b="0">
                <a:solidFill>
                  <a:schemeClr val="tx2">
                    <a:alpha val="90000"/>
                  </a:schemeClr>
                </a:solidFill>
                <a:latin typeface="+mj-lt"/>
              </a:defRPr>
            </a:lvl5pPr>
          </a:lstStyle>
          <a:p>
            <a:pPr lvl="0"/>
            <a:r>
              <a:rPr lang="en-US" dirty="0"/>
              <a:t>Click to edit Statement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Footer Placeholder 3">
            <a:extLst>
              <a:ext uri="{FF2B5EF4-FFF2-40B4-BE49-F238E27FC236}">
                <a16:creationId xmlns:a16="http://schemas.microsoft.com/office/drawing/2014/main" id="{3D56E87B-2252-4382-E6E7-15A81BCC8029}"/>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r>
              <a:rPr lang="en-US" dirty="0"/>
              <a:t>Sample Footer Text</a:t>
            </a:r>
          </a:p>
        </p:txBody>
      </p:sp>
      <p:sp>
        <p:nvSpPr>
          <p:cNvPr id="3" name="Date Placeholder 2">
            <a:extLst>
              <a:ext uri="{FF2B5EF4-FFF2-40B4-BE49-F238E27FC236}">
                <a16:creationId xmlns:a16="http://schemas.microsoft.com/office/drawing/2014/main" id="{67F688C7-1128-9027-65E4-A17BBE7DDDF0}"/>
              </a:ext>
            </a:extLst>
          </p:cNvPr>
          <p:cNvSpPr>
            <a:spLocks noGrp="1"/>
          </p:cNvSpPr>
          <p:nvPr>
            <p:ph type="dt" sz="half" idx="10"/>
          </p:nvPr>
        </p:nvSpPr>
        <p:spPr/>
        <p:txBody>
          <a:bodyPr/>
          <a:lstStyle>
            <a:lvl1pPr>
              <a:defRPr>
                <a:solidFill>
                  <a:schemeClr val="tx2"/>
                </a:solidFill>
              </a:defRPr>
            </a:lvl1pPr>
          </a:lstStyle>
          <a:p>
            <a:fld id="{B3EC1153-D263-4C11-8011-CBFFD9730DCE}" type="datetime1">
              <a:rPr lang="en-US" smtClean="0"/>
              <a:t>3/25/2026</a:t>
            </a:fld>
            <a:endParaRPr lang="en-US" dirty="0"/>
          </a:p>
        </p:txBody>
      </p:sp>
      <p:sp>
        <p:nvSpPr>
          <p:cNvPr id="5" name="Slide Number Placeholder 4">
            <a:extLst>
              <a:ext uri="{FF2B5EF4-FFF2-40B4-BE49-F238E27FC236}">
                <a16:creationId xmlns:a16="http://schemas.microsoft.com/office/drawing/2014/main" id="{8C1C6A68-1AC4-7B10-CD66-D67327434E62}"/>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dirty="0"/>
          </a:p>
        </p:txBody>
      </p:sp>
      <p:cxnSp>
        <p:nvCxnSpPr>
          <p:cNvPr id="6" name="Straight Connector 5">
            <a:extLst>
              <a:ext uri="{FF2B5EF4-FFF2-40B4-BE49-F238E27FC236}">
                <a16:creationId xmlns:a16="http://schemas.microsoft.com/office/drawing/2014/main" id="{7E668AFA-4F03-20A8-1BA4-B3199B0ED0C7}"/>
              </a:ext>
            </a:extLst>
          </p:cNvPr>
          <p:cNvCxnSpPr>
            <a:cxnSpLocks/>
          </p:cNvCxnSpPr>
          <p:nvPr/>
        </p:nvCxnSpPr>
        <p:spPr>
          <a:xfrm flipH="1">
            <a:off x="0" y="528468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22798B79-8105-6FCD-C65A-F6BE09F875EB}"/>
              </a:ext>
            </a:extLst>
          </p:cNvPr>
          <p:cNvCxnSpPr>
            <a:cxnSpLocks/>
          </p:cNvCxnSpPr>
          <p:nvPr/>
        </p:nvCxnSpPr>
        <p:spPr>
          <a:xfrm>
            <a:off x="10624726"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1580160"/>
      </p:ext>
    </p:extLst>
  </p:cSld>
  <p:clrMapOvr>
    <a:overrideClrMapping bg1="lt1" tx1="dk1" bg2="lt2" tx2="dk2" accent1="accent1" accent2="accent2" accent3="accent3" accent4="accent4" accent5="accent5" accent6="accent6" hlink="hlink" folHlink="folHlink"/>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Quote">
    <p:bg>
      <p:bgRef idx="1001">
        <a:schemeClr val="bg2"/>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947DCC75-46A1-9953-9459-89672E9805A8}"/>
              </a:ext>
            </a:extLst>
          </p:cNvPr>
          <p:cNvSpPr/>
          <p:nvPr/>
        </p:nvSpPr>
        <p:spPr>
          <a:xfrm>
            <a:off x="0" y="0"/>
            <a:ext cx="12192000" cy="6858000"/>
          </a:xfrm>
          <a:prstGeom prst="rect">
            <a:avLst/>
          </a:prstGeom>
          <a:solidFill>
            <a:schemeClr val="accent1">
              <a:lumMod val="40000"/>
              <a:lumOff val="60000"/>
              <a:alpha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562100" y="5549186"/>
            <a:ext cx="9199563" cy="653184"/>
          </a:xfrm>
        </p:spPr>
        <p:txBody>
          <a:bodyPr anchor="ctr">
            <a:normAutofit/>
          </a:bodyPr>
          <a:lstStyle>
            <a:lvl1pPr>
              <a:lnSpc>
                <a:spcPct val="120000"/>
              </a:lnSpc>
              <a:defRPr sz="1800" b="1" cap="all" spc="100" baseline="0">
                <a:solidFill>
                  <a:schemeClr val="accent4">
                    <a:lumMod val="75000"/>
                  </a:schemeClr>
                </a:solidFill>
                <a:latin typeface="+mn-lt"/>
              </a:defRPr>
            </a:lvl1pPr>
          </a:lstStyle>
          <a:p>
            <a:r>
              <a:rPr lang="en-US" dirty="0"/>
              <a:t>Quote Author</a:t>
            </a:r>
          </a:p>
        </p:txBody>
      </p:sp>
      <p:sp>
        <p:nvSpPr>
          <p:cNvPr id="10" name="Content Placeholder 9">
            <a:extLst>
              <a:ext uri="{FF2B5EF4-FFF2-40B4-BE49-F238E27FC236}">
                <a16:creationId xmlns:a16="http://schemas.microsoft.com/office/drawing/2014/main" id="{636EB602-83B2-B4EE-7805-FB94B7747666}"/>
              </a:ext>
            </a:extLst>
          </p:cNvPr>
          <p:cNvSpPr>
            <a:spLocks noGrp="1"/>
          </p:cNvSpPr>
          <p:nvPr>
            <p:ph sz="quarter" idx="14" hasCustomPrompt="1"/>
          </p:nvPr>
        </p:nvSpPr>
        <p:spPr>
          <a:xfrm>
            <a:off x="1562100" y="823913"/>
            <a:ext cx="9199563" cy="3614737"/>
          </a:xfrm>
        </p:spPr>
        <p:txBody>
          <a:bodyPr anchor="ctr">
            <a:normAutofit/>
          </a:bodyPr>
          <a:lstStyle>
            <a:lvl1pPr marL="182880" indent="-182880">
              <a:buNone/>
              <a:defRPr sz="4000">
                <a:solidFill>
                  <a:schemeClr val="accent4">
                    <a:lumMod val="75000"/>
                  </a:schemeClr>
                </a:solidFill>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a:xfrm>
            <a:off x="685800" y="6445997"/>
            <a:ext cx="3949302" cy="365125"/>
          </a:xfrm>
        </p:spPr>
        <p:txBody>
          <a:bodyPr/>
          <a:lstStyle>
            <a:lvl1pPr>
              <a:defRPr>
                <a:solidFill>
                  <a:schemeClr val="tx2"/>
                </a:solidFill>
              </a:defRPr>
            </a:lvl1pPr>
          </a:lstStyle>
          <a:p>
            <a:r>
              <a:rPr lang="en-US" dirty="0"/>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2"/>
                </a:solidFill>
              </a:defRPr>
            </a:lvl1pPr>
          </a:lstStyle>
          <a:p>
            <a:fld id="{192870C0-88BC-4B78-A088-30393EC7D39C}" type="datetime1">
              <a:rPr lang="en-US" smtClean="0"/>
              <a:t>3/25/2026</a:t>
            </a:fld>
            <a:endParaRPr lang="en-US" dirty="0"/>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dirty="0"/>
          </a:p>
        </p:txBody>
      </p:sp>
      <p:cxnSp>
        <p:nvCxnSpPr>
          <p:cNvPr id="6" name="Straight Connector 5">
            <a:extLst>
              <a:ext uri="{FF2B5EF4-FFF2-40B4-BE49-F238E27FC236}">
                <a16:creationId xmlns:a16="http://schemas.microsoft.com/office/drawing/2014/main" id="{741338F2-C5CE-45A7-7748-138B348BA1E7}"/>
              </a:ext>
            </a:extLst>
          </p:cNvPr>
          <p:cNvCxnSpPr>
            <a:cxnSpLocks/>
          </p:cNvCxnSpPr>
          <p:nvPr/>
        </p:nvCxnSpPr>
        <p:spPr>
          <a:xfrm>
            <a:off x="457200" y="0"/>
            <a:ext cx="0" cy="685800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14CFB94-8AB3-65DB-0B12-EC4F7DAAEBF7}"/>
              </a:ext>
            </a:extLst>
          </p:cNvPr>
          <p:cNvCxnSpPr>
            <a:cxnSpLocks/>
          </p:cNvCxnSpPr>
          <p:nvPr/>
        </p:nvCxnSpPr>
        <p:spPr>
          <a:xfrm flipH="1">
            <a:off x="0" y="5043721"/>
            <a:ext cx="12192000" cy="0"/>
          </a:xfrm>
          <a:prstGeom prst="line">
            <a:avLst/>
          </a:prstGeom>
          <a:ln w="9525">
            <a:solidFill>
              <a:schemeClr val="tx2">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25546094"/>
      </p:ext>
    </p:extLst>
  </p:cSld>
  <p:clrMapOvr>
    <a:overrideClrMapping bg1="lt1" tx1="dk1" bg2="lt2" tx2="dk2" accent1="accent1" accent2="accent2" accent3="accent3" accent4="accent4" accent5="accent5" accent6="accent6" hlink="hlink" folHlink="folHlink"/>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2">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C0E8326-1507-F48A-851B-53763210D1ED}"/>
              </a:ext>
            </a:extLst>
          </p:cNvPr>
          <p:cNvSpPr/>
          <p:nvPr/>
        </p:nvSpPr>
        <p:spPr>
          <a:xfrm>
            <a:off x="0" y="0"/>
            <a:ext cx="12192000" cy="6858000"/>
          </a:xfrm>
          <a:prstGeom prst="rect">
            <a:avLst/>
          </a:prstGeom>
          <a:solidFill>
            <a:schemeClr val="accent1">
              <a:lumMod val="20000"/>
              <a:lumOff val="80000"/>
              <a:alpha val="92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562100" y="5549186"/>
            <a:ext cx="7900414" cy="653184"/>
          </a:xfrm>
        </p:spPr>
        <p:txBody>
          <a:bodyPr anchor="ctr">
            <a:normAutofit/>
          </a:bodyPr>
          <a:lstStyle>
            <a:lvl1pPr>
              <a:lnSpc>
                <a:spcPct val="120000"/>
              </a:lnSpc>
              <a:defRPr sz="1800" b="1" cap="all" spc="100" baseline="0">
                <a:solidFill>
                  <a:schemeClr val="accent1"/>
                </a:solidFill>
                <a:latin typeface="+mn-lt"/>
              </a:defRPr>
            </a:lvl1pPr>
          </a:lstStyle>
          <a:p>
            <a:r>
              <a:rPr lang="en-US" dirty="0"/>
              <a:t>Quote Author</a:t>
            </a:r>
          </a:p>
        </p:txBody>
      </p:sp>
      <p:sp>
        <p:nvSpPr>
          <p:cNvPr id="10" name="Content Placeholder 9">
            <a:extLst>
              <a:ext uri="{FF2B5EF4-FFF2-40B4-BE49-F238E27FC236}">
                <a16:creationId xmlns:a16="http://schemas.microsoft.com/office/drawing/2014/main" id="{636EB602-83B2-B4EE-7805-FB94B7747666}"/>
              </a:ext>
            </a:extLst>
          </p:cNvPr>
          <p:cNvSpPr>
            <a:spLocks noGrp="1"/>
          </p:cNvSpPr>
          <p:nvPr>
            <p:ph sz="quarter" idx="14" hasCustomPrompt="1"/>
          </p:nvPr>
        </p:nvSpPr>
        <p:spPr>
          <a:xfrm>
            <a:off x="1562100" y="823913"/>
            <a:ext cx="7900416" cy="3614737"/>
          </a:xfrm>
        </p:spPr>
        <p:txBody>
          <a:bodyPr anchor="ctr">
            <a:normAutofit/>
          </a:bodyPr>
          <a:lstStyle>
            <a:lvl1pPr marL="182880" indent="-182880">
              <a:buNone/>
              <a:defRPr sz="4000">
                <a:solidFill>
                  <a:schemeClr val="tx2">
                    <a:alpha val="80000"/>
                  </a:schemeClr>
                </a:solidFill>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2"/>
                </a:solidFill>
              </a:defRPr>
            </a:lvl1pPr>
          </a:lstStyle>
          <a:p>
            <a:fld id="{D49EA2AE-D036-4E26-95AB-9605EDE53986}" type="datetime1">
              <a:rPr lang="en-US" smtClean="0"/>
              <a:t>3/25/2026</a:t>
            </a:fld>
            <a:endParaRPr lang="en-US" dirty="0"/>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dirty="0"/>
          </a:p>
        </p:txBody>
      </p:sp>
      <p:cxnSp>
        <p:nvCxnSpPr>
          <p:cNvPr id="7" name="Straight Connector 6">
            <a:extLst>
              <a:ext uri="{FF2B5EF4-FFF2-40B4-BE49-F238E27FC236}">
                <a16:creationId xmlns:a16="http://schemas.microsoft.com/office/drawing/2014/main" id="{207475CC-2E7D-619F-AFAD-0EB2BC1DFC40}"/>
              </a:ext>
            </a:extLst>
          </p:cNvPr>
          <p:cNvCxnSpPr>
            <a:cxnSpLocks/>
          </p:cNvCxnSpPr>
          <p:nvPr/>
        </p:nvCxnSpPr>
        <p:spPr>
          <a:xfrm flipH="1">
            <a:off x="0" y="5043721"/>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AD81F4D6-9057-EF87-48BE-0C6D4ADC8BC6}"/>
              </a:ext>
            </a:extLst>
          </p:cNvPr>
          <p:cNvCxnSpPr>
            <a:cxnSpLocks/>
          </p:cNvCxnSpPr>
          <p:nvPr/>
        </p:nvCxnSpPr>
        <p:spPr>
          <a:xfrm>
            <a:off x="10337077"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37916580"/>
      </p:ext>
    </p:extLst>
  </p:cSld>
  <p:clrMapOvr>
    <a:overrideClrMapping bg1="lt1" tx1="dk1" bg2="lt2" tx2="dk2" accent1="accent1" accent2="accent2" accent3="accent3" accent4="accent4" accent5="accent5" accent6="accent6" hlink="hlink" folHlink="folHlink"/>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Quote 3">
    <p:bg>
      <p:bgRef idx="1001">
        <a:schemeClr val="bg1"/>
      </p:bgRef>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A8407D4A-1244-6A47-327B-CDB05AF70268}"/>
              </a:ext>
            </a:extLst>
          </p:cNvPr>
          <p:cNvSpPr/>
          <p:nvPr/>
        </p:nvSpPr>
        <p:spPr>
          <a:xfrm>
            <a:off x="0" y="0"/>
            <a:ext cx="12192000" cy="6858000"/>
          </a:xfrm>
          <a:prstGeom prst="rect">
            <a:avLst/>
          </a:prstGeom>
          <a:solidFill>
            <a:schemeClr val="accent3">
              <a:alpha val="7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1562100" y="5549186"/>
            <a:ext cx="7982709" cy="653184"/>
          </a:xfrm>
        </p:spPr>
        <p:txBody>
          <a:bodyPr anchor="ctr">
            <a:normAutofit/>
          </a:bodyPr>
          <a:lstStyle>
            <a:lvl1pPr>
              <a:lnSpc>
                <a:spcPct val="120000"/>
              </a:lnSpc>
              <a:defRPr sz="1800" b="1" cap="all" spc="100" baseline="0">
                <a:solidFill>
                  <a:schemeClr val="tx2"/>
                </a:solidFill>
                <a:latin typeface="+mn-lt"/>
              </a:defRPr>
            </a:lvl1pPr>
          </a:lstStyle>
          <a:p>
            <a:r>
              <a:rPr lang="en-US" dirty="0"/>
              <a:t>Quote Author</a:t>
            </a:r>
          </a:p>
        </p:txBody>
      </p:sp>
      <p:sp>
        <p:nvSpPr>
          <p:cNvPr id="10" name="Content Placeholder 9">
            <a:extLst>
              <a:ext uri="{FF2B5EF4-FFF2-40B4-BE49-F238E27FC236}">
                <a16:creationId xmlns:a16="http://schemas.microsoft.com/office/drawing/2014/main" id="{636EB602-83B2-B4EE-7805-FB94B7747666}"/>
              </a:ext>
            </a:extLst>
          </p:cNvPr>
          <p:cNvSpPr>
            <a:spLocks noGrp="1"/>
          </p:cNvSpPr>
          <p:nvPr>
            <p:ph sz="quarter" idx="14" hasCustomPrompt="1"/>
          </p:nvPr>
        </p:nvSpPr>
        <p:spPr>
          <a:xfrm>
            <a:off x="1562100" y="823913"/>
            <a:ext cx="7982712" cy="3614737"/>
          </a:xfrm>
        </p:spPr>
        <p:txBody>
          <a:bodyPr anchor="ctr">
            <a:normAutofit/>
          </a:bodyPr>
          <a:lstStyle>
            <a:lvl1pPr marL="182880" indent="-182880">
              <a:buNone/>
              <a:defRPr sz="3600">
                <a:solidFill>
                  <a:schemeClr val="tx2"/>
                </a:solidFill>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a:xfrm>
            <a:off x="640080" y="6445997"/>
            <a:ext cx="3949302" cy="365125"/>
          </a:xfrm>
        </p:spPr>
        <p:txBody>
          <a:bodyPr/>
          <a:lstStyle>
            <a:lvl1pPr>
              <a:defRPr>
                <a:solidFill>
                  <a:schemeClr val="tx2"/>
                </a:solidFill>
              </a:defRPr>
            </a:lvl1pPr>
          </a:lstStyle>
          <a:p>
            <a:r>
              <a:rPr lang="en-US" dirty="0"/>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2"/>
                </a:solidFill>
              </a:defRPr>
            </a:lvl1pPr>
          </a:lstStyle>
          <a:p>
            <a:fld id="{2D99B03C-9B9E-4B25-B0F1-2ABF7EE05CC0}" type="datetime1">
              <a:rPr lang="en-US" smtClean="0"/>
              <a:t>3/25/2026</a:t>
            </a:fld>
            <a:endParaRPr lang="en-US" dirty="0"/>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dirty="0"/>
          </a:p>
        </p:txBody>
      </p:sp>
      <p:cxnSp>
        <p:nvCxnSpPr>
          <p:cNvPr id="6" name="Straight Connector 5">
            <a:extLst>
              <a:ext uri="{FF2B5EF4-FFF2-40B4-BE49-F238E27FC236}">
                <a16:creationId xmlns:a16="http://schemas.microsoft.com/office/drawing/2014/main" id="{DBA83050-F737-4CAA-50C3-B1912F8DCD46}"/>
              </a:ext>
            </a:extLst>
          </p:cNvPr>
          <p:cNvCxnSpPr>
            <a:cxnSpLocks/>
          </p:cNvCxnSpPr>
          <p:nvPr/>
        </p:nvCxnSpPr>
        <p:spPr>
          <a:xfrm>
            <a:off x="457200"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ABAC790E-B990-47FD-A7C4-38DEB7A38CA4}"/>
              </a:ext>
            </a:extLst>
          </p:cNvPr>
          <p:cNvCxnSpPr>
            <a:cxnSpLocks/>
          </p:cNvCxnSpPr>
          <p:nvPr/>
        </p:nvCxnSpPr>
        <p:spPr>
          <a:xfrm flipH="1">
            <a:off x="0" y="5043721"/>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82CD9DAA-71D0-AF79-A512-7D264779C222}"/>
              </a:ext>
            </a:extLst>
          </p:cNvPr>
          <p:cNvCxnSpPr>
            <a:cxnSpLocks/>
          </p:cNvCxnSpPr>
          <p:nvPr/>
        </p:nvCxnSpPr>
        <p:spPr>
          <a:xfrm>
            <a:off x="10337077"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32010584"/>
      </p:ext>
    </p:extLst>
  </p:cSld>
  <p:clrMapOvr>
    <a:overrideClrMapping bg1="lt1" tx1="dk1" bg2="lt2" tx2="dk2" accent1="accent1" accent2="accent2" accent3="accent3" accent4="accent4" accent5="accent5" accent6="accent6" hlink="hlink" folHlink="folHlink"/>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p:cSld name="Quote 4">
    <p:bg>
      <p:bgRef idx="1001">
        <a:schemeClr val="bg1"/>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FB63E278-755B-41D3-7218-B797D9B5DF3C}"/>
              </a:ext>
            </a:extLst>
          </p:cNvPr>
          <p:cNvSpPr/>
          <p:nvPr/>
        </p:nvSpPr>
        <p:spPr>
          <a:xfrm>
            <a:off x="0" y="0"/>
            <a:ext cx="12192000" cy="6858000"/>
          </a:xfrm>
          <a:prstGeom prst="rect">
            <a:avLst/>
          </a:prstGeom>
          <a:solidFill>
            <a:schemeClr val="accent3">
              <a:alpha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823F0761-EA67-F7D1-62E4-095EADA262F0}"/>
              </a:ext>
            </a:extLst>
          </p:cNvPr>
          <p:cNvSpPr>
            <a:spLocks noGrp="1"/>
          </p:cNvSpPr>
          <p:nvPr>
            <p:ph type="title" hasCustomPrompt="1"/>
          </p:nvPr>
        </p:nvSpPr>
        <p:spPr>
          <a:xfrm>
            <a:off x="475488" y="4893472"/>
            <a:ext cx="8019287" cy="1205575"/>
          </a:xfrm>
        </p:spPr>
        <p:txBody>
          <a:bodyPr anchor="t">
            <a:normAutofit/>
          </a:bodyPr>
          <a:lstStyle>
            <a:lvl1pPr>
              <a:lnSpc>
                <a:spcPct val="120000"/>
              </a:lnSpc>
              <a:defRPr sz="1800" b="1" cap="all" spc="100" baseline="0">
                <a:solidFill>
                  <a:schemeClr val="tx2"/>
                </a:solidFill>
                <a:latin typeface="+mn-lt"/>
              </a:defRPr>
            </a:lvl1pPr>
          </a:lstStyle>
          <a:p>
            <a:r>
              <a:rPr lang="en-US" dirty="0"/>
              <a:t>Quote Author</a:t>
            </a:r>
          </a:p>
        </p:txBody>
      </p:sp>
      <p:sp>
        <p:nvSpPr>
          <p:cNvPr id="10" name="Content Placeholder 9">
            <a:extLst>
              <a:ext uri="{FF2B5EF4-FFF2-40B4-BE49-F238E27FC236}">
                <a16:creationId xmlns:a16="http://schemas.microsoft.com/office/drawing/2014/main" id="{636EB602-83B2-B4EE-7805-FB94B7747666}"/>
              </a:ext>
            </a:extLst>
          </p:cNvPr>
          <p:cNvSpPr>
            <a:spLocks noGrp="1"/>
          </p:cNvSpPr>
          <p:nvPr>
            <p:ph sz="quarter" idx="14" hasCustomPrompt="1"/>
          </p:nvPr>
        </p:nvSpPr>
        <p:spPr>
          <a:xfrm>
            <a:off x="475488" y="594360"/>
            <a:ext cx="8019288" cy="3236976"/>
          </a:xfrm>
        </p:spPr>
        <p:txBody>
          <a:bodyPr anchor="b">
            <a:normAutofit/>
          </a:bodyPr>
          <a:lstStyle>
            <a:lvl1pPr marL="182880" indent="-182880">
              <a:buNone/>
              <a:defRPr sz="3600">
                <a:latin typeface="+mj-lt"/>
              </a:defRPr>
            </a:lvl1pPr>
          </a:lstStyle>
          <a:p>
            <a:pPr lvl="0"/>
            <a:r>
              <a:rPr lang="en-US" dirty="0"/>
              <a:t>Click to edit Quote</a:t>
            </a:r>
          </a:p>
        </p:txBody>
      </p:sp>
      <p:sp>
        <p:nvSpPr>
          <p:cNvPr id="4" name="Footer Placeholder 3">
            <a:extLst>
              <a:ext uri="{FF2B5EF4-FFF2-40B4-BE49-F238E27FC236}">
                <a16:creationId xmlns:a16="http://schemas.microsoft.com/office/drawing/2014/main" id="{B54C2DF4-76B6-1299-74E1-66F403C01A3C}"/>
              </a:ext>
            </a:extLst>
          </p:cNvPr>
          <p:cNvSpPr>
            <a:spLocks noGrp="1"/>
          </p:cNvSpPr>
          <p:nvPr>
            <p:ph type="ftr" sz="quarter" idx="11"/>
          </p:nvPr>
        </p:nvSpPr>
        <p:spPr/>
        <p:txBody>
          <a:bodyPr/>
          <a:lstStyle>
            <a:lvl1pPr>
              <a:defRPr>
                <a:solidFill>
                  <a:schemeClr val="tx2"/>
                </a:solidFill>
              </a:defRPr>
            </a:lvl1pPr>
          </a:lstStyle>
          <a:p>
            <a:r>
              <a:rPr lang="en-US" dirty="0"/>
              <a:t>Sample Footer Text</a:t>
            </a:r>
          </a:p>
        </p:txBody>
      </p:sp>
      <p:sp>
        <p:nvSpPr>
          <p:cNvPr id="3" name="Date Placeholder 2">
            <a:extLst>
              <a:ext uri="{FF2B5EF4-FFF2-40B4-BE49-F238E27FC236}">
                <a16:creationId xmlns:a16="http://schemas.microsoft.com/office/drawing/2014/main" id="{49A78CD0-57A9-DB86-E3A3-40628E6D68B7}"/>
              </a:ext>
            </a:extLst>
          </p:cNvPr>
          <p:cNvSpPr>
            <a:spLocks noGrp="1"/>
          </p:cNvSpPr>
          <p:nvPr>
            <p:ph type="dt" sz="half" idx="10"/>
          </p:nvPr>
        </p:nvSpPr>
        <p:spPr/>
        <p:txBody>
          <a:bodyPr/>
          <a:lstStyle>
            <a:lvl1pPr>
              <a:defRPr>
                <a:solidFill>
                  <a:schemeClr val="tx2"/>
                </a:solidFill>
              </a:defRPr>
            </a:lvl1pPr>
          </a:lstStyle>
          <a:p>
            <a:fld id="{A1B6A855-EE76-45C6-B820-67541FFB5E07}" type="datetime1">
              <a:rPr lang="en-US" smtClean="0"/>
              <a:t>3/25/2026</a:t>
            </a:fld>
            <a:endParaRPr lang="en-US" dirty="0"/>
          </a:p>
        </p:txBody>
      </p:sp>
      <p:sp>
        <p:nvSpPr>
          <p:cNvPr id="5" name="Slide Number Placeholder 4">
            <a:extLst>
              <a:ext uri="{FF2B5EF4-FFF2-40B4-BE49-F238E27FC236}">
                <a16:creationId xmlns:a16="http://schemas.microsoft.com/office/drawing/2014/main" id="{2535CA15-3DFE-125B-C658-77179EDEA2F0}"/>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dirty="0"/>
          </a:p>
        </p:txBody>
      </p:sp>
      <p:cxnSp>
        <p:nvCxnSpPr>
          <p:cNvPr id="7" name="Straight Connector 6">
            <a:extLst>
              <a:ext uri="{FF2B5EF4-FFF2-40B4-BE49-F238E27FC236}">
                <a16:creationId xmlns:a16="http://schemas.microsoft.com/office/drawing/2014/main" id="{8AA0B79A-2EB3-E6D5-B923-60D51965E7A7}"/>
              </a:ext>
            </a:extLst>
          </p:cNvPr>
          <p:cNvCxnSpPr>
            <a:cxnSpLocks/>
          </p:cNvCxnSpPr>
          <p:nvPr/>
        </p:nvCxnSpPr>
        <p:spPr>
          <a:xfrm flipH="1">
            <a:off x="0" y="4362404"/>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331507FC-FD8A-132E-6F82-1A96368D292F}"/>
              </a:ext>
            </a:extLst>
          </p:cNvPr>
          <p:cNvCxnSpPr>
            <a:cxnSpLocks/>
          </p:cNvCxnSpPr>
          <p:nvPr/>
        </p:nvCxnSpPr>
        <p:spPr>
          <a:xfrm>
            <a:off x="903719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8781640"/>
      </p:ext>
    </p:extLst>
  </p:cSld>
  <p:clrMapOvr>
    <a:overrideClrMapping bg1="lt1" tx1="dk1" bg2="lt2" tx2="dk2" accent1="accent1" accent2="accent2" accent3="accent3" accent4="accent4" accent5="accent5" accent6="accent6" hlink="hlink" folHlink="folHlink"/>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C27BF6-CDFA-AAF4-F7FD-F4F8D06FF275}"/>
              </a:ext>
            </a:extLst>
          </p:cNvPr>
          <p:cNvSpPr>
            <a:spLocks noGrp="1"/>
          </p:cNvSpPr>
          <p:nvPr>
            <p:ph type="title"/>
          </p:nvPr>
        </p:nvSpPr>
        <p:spPr>
          <a:xfrm>
            <a:off x="457200" y="275309"/>
            <a:ext cx="11277600" cy="914400"/>
          </a:xfrm>
        </p:spPr>
        <p:txBody>
          <a:bodyPr anchor="ctr"/>
          <a:lstStyle>
            <a:lvl1pPr>
              <a:defRPr>
                <a:solidFill>
                  <a:schemeClr val="tx2"/>
                </a:solidFill>
              </a:defRPr>
            </a:lvl1pPr>
          </a:lstStyle>
          <a:p>
            <a:r>
              <a:rPr lang="en-US"/>
              <a:t>Click to edit Master title style</a:t>
            </a:r>
            <a:endParaRPr lang="en-US" dirty="0"/>
          </a:p>
        </p:txBody>
      </p:sp>
      <p:sp>
        <p:nvSpPr>
          <p:cNvPr id="4" name="Content Placeholder 3">
            <a:extLst>
              <a:ext uri="{FF2B5EF4-FFF2-40B4-BE49-F238E27FC236}">
                <a16:creationId xmlns:a16="http://schemas.microsoft.com/office/drawing/2014/main" id="{6EAB1904-05A3-AF54-90B7-8B4E5E9BFC62}"/>
              </a:ext>
            </a:extLst>
          </p:cNvPr>
          <p:cNvSpPr>
            <a:spLocks noGrp="1"/>
          </p:cNvSpPr>
          <p:nvPr>
            <p:ph sz="quarter" idx="15"/>
          </p:nvPr>
        </p:nvSpPr>
        <p:spPr>
          <a:xfrm>
            <a:off x="455613" y="1677988"/>
            <a:ext cx="5181600" cy="44989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Content Placeholder 11">
            <a:extLst>
              <a:ext uri="{FF2B5EF4-FFF2-40B4-BE49-F238E27FC236}">
                <a16:creationId xmlns:a16="http://schemas.microsoft.com/office/drawing/2014/main" id="{0D15555F-2C1E-04D7-CE37-D06ABFB5685F}"/>
              </a:ext>
            </a:extLst>
          </p:cNvPr>
          <p:cNvSpPr>
            <a:spLocks noGrp="1"/>
          </p:cNvSpPr>
          <p:nvPr>
            <p:ph sz="quarter" idx="16"/>
          </p:nvPr>
        </p:nvSpPr>
        <p:spPr>
          <a:xfrm>
            <a:off x="6553200" y="1677988"/>
            <a:ext cx="5180013" cy="44989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1B108197-F703-726D-4372-C7520052DC70}"/>
              </a:ext>
            </a:extLst>
          </p:cNvPr>
          <p:cNvSpPr>
            <a:spLocks noGrp="1"/>
          </p:cNvSpPr>
          <p:nvPr>
            <p:ph type="ftr" sz="quarter" idx="11"/>
          </p:nvPr>
        </p:nvSpPr>
        <p:spPr/>
        <p:txBody>
          <a:bodyPr/>
          <a:lstStyle/>
          <a:p>
            <a:r>
              <a:rPr lang="en-US" dirty="0"/>
              <a:t>Sample Footer Text</a:t>
            </a:r>
          </a:p>
        </p:txBody>
      </p:sp>
      <p:sp>
        <p:nvSpPr>
          <p:cNvPr id="5" name="Date Placeholder 4">
            <a:extLst>
              <a:ext uri="{FF2B5EF4-FFF2-40B4-BE49-F238E27FC236}">
                <a16:creationId xmlns:a16="http://schemas.microsoft.com/office/drawing/2014/main" id="{F85FAA39-5E1E-3A94-5A04-C36BA19E34ED}"/>
              </a:ext>
            </a:extLst>
          </p:cNvPr>
          <p:cNvSpPr>
            <a:spLocks noGrp="1"/>
          </p:cNvSpPr>
          <p:nvPr>
            <p:ph type="dt" sz="half" idx="10"/>
          </p:nvPr>
        </p:nvSpPr>
        <p:spPr/>
        <p:txBody>
          <a:bodyPr/>
          <a:lstStyle/>
          <a:p>
            <a:fld id="{B20F022F-161E-41B9-A1BC-CC85E43B1AF4}" type="datetime1">
              <a:rPr lang="en-US" smtClean="0"/>
              <a:t>3/25/2026</a:t>
            </a:fld>
            <a:endParaRPr lang="en-US" dirty="0"/>
          </a:p>
        </p:txBody>
      </p:sp>
      <p:sp>
        <p:nvSpPr>
          <p:cNvPr id="7" name="Slide Number Placeholder 6">
            <a:extLst>
              <a:ext uri="{FF2B5EF4-FFF2-40B4-BE49-F238E27FC236}">
                <a16:creationId xmlns:a16="http://schemas.microsoft.com/office/drawing/2014/main" id="{ACE80595-19B6-01B9-FCF5-F94B0C1BBAA2}"/>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9" name="Straight Connector 8">
            <a:extLst>
              <a:ext uri="{FF2B5EF4-FFF2-40B4-BE49-F238E27FC236}">
                <a16:creationId xmlns:a16="http://schemas.microsoft.com/office/drawing/2014/main" id="{52C5098A-8A29-951C-ABCF-B4C329C3A94F}"/>
              </a:ext>
            </a:extLst>
          </p:cNvPr>
          <p:cNvCxnSpPr>
            <a:cxnSpLocks/>
          </p:cNvCxnSpPr>
          <p:nvPr/>
        </p:nvCxnSpPr>
        <p:spPr>
          <a:xfrm>
            <a:off x="6096000" y="1362719"/>
            <a:ext cx="0" cy="5490348"/>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754A1D01-2B46-73F0-8DC7-926AA95F7DFC}"/>
              </a:ext>
            </a:extLst>
          </p:cNvPr>
          <p:cNvCxnSpPr>
            <a:cxnSpLocks/>
          </p:cNvCxnSpPr>
          <p:nvPr/>
        </p:nvCxnSpPr>
        <p:spPr>
          <a:xfrm flipH="1">
            <a:off x="0" y="1362719"/>
            <a:ext cx="12200040" cy="0"/>
          </a:xfrm>
          <a:prstGeom prst="line">
            <a:avLst/>
          </a:prstGeom>
          <a:ln w="9525">
            <a:solidFill>
              <a:srgbClr val="616867">
                <a:alpha val="4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9233087"/>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5F27A1-B3E2-4312-9475-76586DB132FF}"/>
              </a:ext>
            </a:extLst>
          </p:cNvPr>
          <p:cNvSpPr>
            <a:spLocks noGrp="1"/>
          </p:cNvSpPr>
          <p:nvPr>
            <p:ph type="title"/>
          </p:nvPr>
        </p:nvSpPr>
        <p:spPr>
          <a:xfrm>
            <a:off x="457199" y="276838"/>
            <a:ext cx="11274552" cy="914400"/>
          </a:xfrm>
        </p:spPr>
        <p:txBody>
          <a:bodyPr vert="horz" lIns="91440" tIns="45720" rIns="91440" bIns="45720" rtlCol="0" anchor="ctr">
            <a:normAutofit/>
          </a:bodyPr>
          <a:lstStyle>
            <a:lvl1pPr>
              <a:defRPr lang="en-US" dirty="0"/>
            </a:lvl1pPr>
          </a:lstStyle>
          <a:p>
            <a:pPr lvl="0"/>
            <a:r>
              <a:rPr lang="en-US"/>
              <a:t>Click to edit Master title style</a:t>
            </a:r>
            <a:endParaRPr lang="en-US" dirty="0"/>
          </a:p>
        </p:txBody>
      </p:sp>
      <p:sp>
        <p:nvSpPr>
          <p:cNvPr id="3" name="Text Placeholder 2">
            <a:extLst>
              <a:ext uri="{FF2B5EF4-FFF2-40B4-BE49-F238E27FC236}">
                <a16:creationId xmlns:a16="http://schemas.microsoft.com/office/drawing/2014/main" id="{25FD6984-5D8F-6F35-3DC2-352D46E75874}"/>
              </a:ext>
            </a:extLst>
          </p:cNvPr>
          <p:cNvSpPr>
            <a:spLocks noGrp="1"/>
          </p:cNvSpPr>
          <p:nvPr>
            <p:ph type="body" idx="1"/>
          </p:nvPr>
        </p:nvSpPr>
        <p:spPr>
          <a:xfrm>
            <a:off x="457199" y="1475623"/>
            <a:ext cx="5184648" cy="676690"/>
          </a:xfrm>
        </p:spPr>
        <p:txBody>
          <a:bodyPr anchor="ctr">
            <a:normAutofit/>
          </a:bodyPr>
          <a:lstStyle>
            <a:lvl1pPr marL="0" indent="0">
              <a:buNone/>
              <a:defRPr sz="1800" b="0" cap="all" spc="16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9CD5136-48A0-D788-8CE2-627309A00EC8}"/>
              </a:ext>
            </a:extLst>
          </p:cNvPr>
          <p:cNvSpPr>
            <a:spLocks noGrp="1"/>
          </p:cNvSpPr>
          <p:nvPr>
            <p:ph sz="quarter" idx="15"/>
          </p:nvPr>
        </p:nvSpPr>
        <p:spPr>
          <a:xfrm>
            <a:off x="457200" y="2522538"/>
            <a:ext cx="5178425" cy="3806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807CEA6-7FDB-2A72-485B-D38A79C1826D}"/>
              </a:ext>
            </a:extLst>
          </p:cNvPr>
          <p:cNvSpPr>
            <a:spLocks noGrp="1"/>
          </p:cNvSpPr>
          <p:nvPr>
            <p:ph type="body" sz="quarter" idx="3"/>
          </p:nvPr>
        </p:nvSpPr>
        <p:spPr>
          <a:xfrm>
            <a:off x="6556248" y="1475622"/>
            <a:ext cx="5184648" cy="676690"/>
          </a:xfrm>
        </p:spPr>
        <p:txBody>
          <a:bodyPr anchor="ctr">
            <a:normAutofit/>
          </a:bodyPr>
          <a:lstStyle>
            <a:lvl1pPr marL="0" indent="0">
              <a:buNone/>
              <a:defRPr sz="1800" b="0" cap="all" spc="16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4" name="Content Placeholder 13">
            <a:extLst>
              <a:ext uri="{FF2B5EF4-FFF2-40B4-BE49-F238E27FC236}">
                <a16:creationId xmlns:a16="http://schemas.microsoft.com/office/drawing/2014/main" id="{FC4D723F-4492-3B3B-CE74-0959714EEB14}"/>
              </a:ext>
            </a:extLst>
          </p:cNvPr>
          <p:cNvSpPr>
            <a:spLocks noGrp="1"/>
          </p:cNvSpPr>
          <p:nvPr>
            <p:ph sz="quarter" idx="16"/>
          </p:nvPr>
        </p:nvSpPr>
        <p:spPr>
          <a:xfrm>
            <a:off x="6556375" y="2522538"/>
            <a:ext cx="5175249" cy="3806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Footer Placeholder 10">
            <a:extLst>
              <a:ext uri="{FF2B5EF4-FFF2-40B4-BE49-F238E27FC236}">
                <a16:creationId xmlns:a16="http://schemas.microsoft.com/office/drawing/2014/main" id="{3FA108E0-63AE-4B5C-404F-AD0FEC4AB8B8}"/>
              </a:ext>
            </a:extLst>
          </p:cNvPr>
          <p:cNvSpPr>
            <a:spLocks noGrp="1"/>
          </p:cNvSpPr>
          <p:nvPr>
            <p:ph type="ftr" sz="quarter" idx="11"/>
          </p:nvPr>
        </p:nvSpPr>
        <p:spPr/>
        <p:txBody>
          <a:bodyPr/>
          <a:lstStyle/>
          <a:p>
            <a:r>
              <a:rPr lang="en-US" dirty="0"/>
              <a:t>Sample Footer Text</a:t>
            </a:r>
          </a:p>
        </p:txBody>
      </p:sp>
      <p:sp>
        <p:nvSpPr>
          <p:cNvPr id="10" name="Date Placeholder 9">
            <a:extLst>
              <a:ext uri="{FF2B5EF4-FFF2-40B4-BE49-F238E27FC236}">
                <a16:creationId xmlns:a16="http://schemas.microsoft.com/office/drawing/2014/main" id="{42E2EB77-3CF8-CDC9-D0D4-1AC07FC535D4}"/>
              </a:ext>
            </a:extLst>
          </p:cNvPr>
          <p:cNvSpPr>
            <a:spLocks noGrp="1"/>
          </p:cNvSpPr>
          <p:nvPr>
            <p:ph type="dt" sz="half" idx="10"/>
          </p:nvPr>
        </p:nvSpPr>
        <p:spPr/>
        <p:txBody>
          <a:bodyPr/>
          <a:lstStyle/>
          <a:p>
            <a:fld id="{6BC8F49A-9797-4EFB-8F78-023201B418DD}" type="datetime1">
              <a:rPr lang="en-US" smtClean="0"/>
              <a:t>3/25/2026</a:t>
            </a:fld>
            <a:endParaRPr lang="en-US" dirty="0"/>
          </a:p>
        </p:txBody>
      </p:sp>
      <p:sp>
        <p:nvSpPr>
          <p:cNvPr id="15" name="Slide Number Placeholder 14">
            <a:extLst>
              <a:ext uri="{FF2B5EF4-FFF2-40B4-BE49-F238E27FC236}">
                <a16:creationId xmlns:a16="http://schemas.microsoft.com/office/drawing/2014/main" id="{6918C09E-FCA3-F1F6-7408-40D98FCEA9FD}"/>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7" name="Straight Connector 6">
            <a:extLst>
              <a:ext uri="{FF2B5EF4-FFF2-40B4-BE49-F238E27FC236}">
                <a16:creationId xmlns:a16="http://schemas.microsoft.com/office/drawing/2014/main" id="{354F547E-1AC1-2FFD-3E17-DC3F25B07823}"/>
              </a:ext>
            </a:extLst>
          </p:cNvPr>
          <p:cNvCxnSpPr>
            <a:cxnSpLocks/>
          </p:cNvCxnSpPr>
          <p:nvPr/>
        </p:nvCxnSpPr>
        <p:spPr>
          <a:xfrm>
            <a:off x="6096000" y="1362719"/>
            <a:ext cx="0" cy="5490348"/>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8695E25D-D4B1-2002-F8AB-8B987C1683D9}"/>
              </a:ext>
            </a:extLst>
          </p:cNvPr>
          <p:cNvCxnSpPr>
            <a:cxnSpLocks/>
          </p:cNvCxnSpPr>
          <p:nvPr/>
        </p:nvCxnSpPr>
        <p:spPr>
          <a:xfrm flipH="1">
            <a:off x="0" y="2268129"/>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8335EA16-C700-BA75-F075-2E4BC3EAFBE2}"/>
              </a:ext>
            </a:extLst>
          </p:cNvPr>
          <p:cNvCxnSpPr>
            <a:cxnSpLocks/>
          </p:cNvCxnSpPr>
          <p:nvPr/>
        </p:nvCxnSpPr>
        <p:spPr>
          <a:xfrm flipH="1">
            <a:off x="0" y="1362719"/>
            <a:ext cx="12200040" cy="0"/>
          </a:xfrm>
          <a:prstGeom prst="line">
            <a:avLst/>
          </a:prstGeom>
          <a:ln w="9525">
            <a:solidFill>
              <a:srgbClr val="616867">
                <a:alpha val="45000"/>
              </a:srgb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6981542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4552C1-DD73-A90F-46E0-33A4D558013C}"/>
              </a:ext>
            </a:extLst>
          </p:cNvPr>
          <p:cNvSpPr>
            <a:spLocks noGrp="1"/>
          </p:cNvSpPr>
          <p:nvPr>
            <p:ph type="title"/>
          </p:nvPr>
        </p:nvSpPr>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238F8C10-87B8-01D2-2FEE-DAC41B9CF7CE}"/>
              </a:ext>
            </a:extLst>
          </p:cNvPr>
          <p:cNvSpPr>
            <a:spLocks noGrp="1"/>
          </p:cNvSpPr>
          <p:nvPr>
            <p:ph type="ftr" sz="quarter" idx="11"/>
          </p:nvPr>
        </p:nvSpPr>
        <p:spPr/>
        <p:txBody>
          <a:bodyPr/>
          <a:lstStyle/>
          <a:p>
            <a:r>
              <a:rPr lang="en-US" dirty="0"/>
              <a:t>Sample Footer Text</a:t>
            </a:r>
          </a:p>
        </p:txBody>
      </p:sp>
      <p:sp>
        <p:nvSpPr>
          <p:cNvPr id="3" name="Date Placeholder 2">
            <a:extLst>
              <a:ext uri="{FF2B5EF4-FFF2-40B4-BE49-F238E27FC236}">
                <a16:creationId xmlns:a16="http://schemas.microsoft.com/office/drawing/2014/main" id="{6225E57E-7F73-3825-2158-80859BAD43A4}"/>
              </a:ext>
            </a:extLst>
          </p:cNvPr>
          <p:cNvSpPr>
            <a:spLocks noGrp="1"/>
          </p:cNvSpPr>
          <p:nvPr>
            <p:ph type="dt" sz="half" idx="10"/>
          </p:nvPr>
        </p:nvSpPr>
        <p:spPr/>
        <p:txBody>
          <a:bodyPr/>
          <a:lstStyle/>
          <a:p>
            <a:fld id="{F1E57D35-FD3E-408B-A06E-7ED09E94C083}" type="datetime1">
              <a:rPr lang="en-US" smtClean="0"/>
              <a:t>3/25/2026</a:t>
            </a:fld>
            <a:endParaRPr lang="en-US" dirty="0"/>
          </a:p>
        </p:txBody>
      </p:sp>
      <p:sp>
        <p:nvSpPr>
          <p:cNvPr id="5" name="Slide Number Placeholder 4">
            <a:extLst>
              <a:ext uri="{FF2B5EF4-FFF2-40B4-BE49-F238E27FC236}">
                <a16:creationId xmlns:a16="http://schemas.microsoft.com/office/drawing/2014/main" id="{27A634BF-792D-AC8C-B0E0-492263401E1B}"/>
              </a:ext>
            </a:extLst>
          </p:cNvPr>
          <p:cNvSpPr>
            <a:spLocks noGrp="1"/>
          </p:cNvSpPr>
          <p:nvPr>
            <p:ph type="sldNum" sz="quarter" idx="12"/>
          </p:nvPr>
        </p:nvSpPr>
        <p:spPr/>
        <p:txBody>
          <a:bodyPr/>
          <a:lstStyle/>
          <a:p>
            <a:fld id="{DDF60B60-82CA-4BB9-BA6E-A62FADF2374B}" type="slidenum">
              <a:rPr lang="en-US" smtClean="0"/>
              <a:t>‹#›</a:t>
            </a:fld>
            <a:endParaRPr lang="en-US" dirty="0"/>
          </a:p>
        </p:txBody>
      </p:sp>
    </p:spTree>
    <p:extLst>
      <p:ext uri="{BB962C8B-B14F-4D97-AF65-F5344CB8AC3E}">
        <p14:creationId xmlns:p14="http://schemas.microsoft.com/office/powerpoint/2010/main" val="264537658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3151370D-0A93-44DD-E049-EF3265B73F77}"/>
              </a:ext>
            </a:extLst>
          </p:cNvPr>
          <p:cNvSpPr>
            <a:spLocks noGrp="1"/>
          </p:cNvSpPr>
          <p:nvPr>
            <p:ph type="ftr" sz="quarter" idx="11"/>
          </p:nvPr>
        </p:nvSpPr>
        <p:spPr/>
        <p:txBody>
          <a:bodyPr/>
          <a:lstStyle/>
          <a:p>
            <a:r>
              <a:rPr lang="en-US" dirty="0"/>
              <a:t>Sample Footer Text</a:t>
            </a:r>
          </a:p>
        </p:txBody>
      </p:sp>
      <p:sp>
        <p:nvSpPr>
          <p:cNvPr id="2" name="Date Placeholder 1">
            <a:extLst>
              <a:ext uri="{FF2B5EF4-FFF2-40B4-BE49-F238E27FC236}">
                <a16:creationId xmlns:a16="http://schemas.microsoft.com/office/drawing/2014/main" id="{B6FF00A2-5853-30A7-62F5-7C7CB5A22191}"/>
              </a:ext>
            </a:extLst>
          </p:cNvPr>
          <p:cNvSpPr>
            <a:spLocks noGrp="1"/>
          </p:cNvSpPr>
          <p:nvPr>
            <p:ph type="dt" sz="half" idx="10"/>
          </p:nvPr>
        </p:nvSpPr>
        <p:spPr/>
        <p:txBody>
          <a:bodyPr/>
          <a:lstStyle/>
          <a:p>
            <a:fld id="{8334BC47-E75B-4512-AE58-14F5144E068D}" type="datetime1">
              <a:rPr lang="en-US" smtClean="0"/>
              <a:t>3/25/2026</a:t>
            </a:fld>
            <a:endParaRPr lang="en-US" dirty="0"/>
          </a:p>
        </p:txBody>
      </p:sp>
      <p:sp>
        <p:nvSpPr>
          <p:cNvPr id="4" name="Slide Number Placeholder 3">
            <a:extLst>
              <a:ext uri="{FF2B5EF4-FFF2-40B4-BE49-F238E27FC236}">
                <a16:creationId xmlns:a16="http://schemas.microsoft.com/office/drawing/2014/main" id="{ED3E97DA-A7DF-E3FF-8937-F6A36D17F59B}"/>
              </a:ext>
            </a:extLst>
          </p:cNvPr>
          <p:cNvSpPr>
            <a:spLocks noGrp="1"/>
          </p:cNvSpPr>
          <p:nvPr>
            <p:ph type="sldNum" sz="quarter" idx="12"/>
          </p:nvPr>
        </p:nvSpPr>
        <p:spPr/>
        <p:txBody>
          <a:bodyPr/>
          <a:lstStyle/>
          <a:p>
            <a:fld id="{DDF60B60-82CA-4BB9-BA6E-A62FADF2374B}" type="slidenum">
              <a:rPr lang="en-US" smtClean="0"/>
              <a:t>‹#›</a:t>
            </a:fld>
            <a:endParaRPr lang="en-US" dirty="0"/>
          </a:p>
        </p:txBody>
      </p:sp>
    </p:spTree>
    <p:extLst>
      <p:ext uri="{BB962C8B-B14F-4D97-AF65-F5344CB8AC3E}">
        <p14:creationId xmlns:p14="http://schemas.microsoft.com/office/powerpoint/2010/main" val="81608350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07B5AB-0FA3-E8AE-A6A1-C03EE2DDAC1C}"/>
              </a:ext>
            </a:extLst>
          </p:cNvPr>
          <p:cNvSpPr>
            <a:spLocks noGrp="1"/>
          </p:cNvSpPr>
          <p:nvPr>
            <p:ph type="title"/>
          </p:nvPr>
        </p:nvSpPr>
        <p:spPr>
          <a:xfrm>
            <a:off x="457200" y="457200"/>
            <a:ext cx="3840480" cy="1600200"/>
          </a:xfrm>
        </p:spPr>
        <p:txBody>
          <a:bodyPr anchor="t"/>
          <a:lstStyle>
            <a:lvl1pPr>
              <a:defRPr sz="32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407D3D71-61A7-7BE9-20ED-B5AF76B017E2}"/>
              </a:ext>
            </a:extLst>
          </p:cNvPr>
          <p:cNvSpPr>
            <a:spLocks noGrp="1"/>
          </p:cNvSpPr>
          <p:nvPr>
            <p:ph type="body" sz="half" idx="2"/>
          </p:nvPr>
        </p:nvSpPr>
        <p:spPr>
          <a:xfrm>
            <a:off x="457200" y="2057400"/>
            <a:ext cx="3840480" cy="397925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Content Placeholder 2">
            <a:extLst>
              <a:ext uri="{FF2B5EF4-FFF2-40B4-BE49-F238E27FC236}">
                <a16:creationId xmlns:a16="http://schemas.microsoft.com/office/drawing/2014/main" id="{94D1ED4A-75CE-22B6-973F-969688C90EC1}"/>
              </a:ext>
            </a:extLst>
          </p:cNvPr>
          <p:cNvSpPr>
            <a:spLocks noGrp="1"/>
          </p:cNvSpPr>
          <p:nvPr>
            <p:ph idx="1"/>
          </p:nvPr>
        </p:nvSpPr>
        <p:spPr>
          <a:xfrm>
            <a:off x="5183187" y="457201"/>
            <a:ext cx="6551601" cy="5579457"/>
          </a:xfrm>
        </p:spPr>
        <p:txBody>
          <a:bodyPr vert="horz" lIns="91440" tIns="45720" rIns="91440" bIns="45720" rtlCol="0">
            <a:normAutofit/>
          </a:bodyPr>
          <a:lstStyle>
            <a:lvl1pPr>
              <a:defRPr lang="en-US" dirty="0"/>
            </a:lvl1pPr>
            <a:lvl2pPr>
              <a:defRPr lang="en-US" dirty="0"/>
            </a:lvl2pPr>
            <a:lvl3pPr>
              <a:defRPr lang="en-US" dirty="0"/>
            </a:lvl3pPr>
            <a:lvl4pPr>
              <a:defRPr lang="en-US" dirty="0"/>
            </a:lvl4pPr>
            <a:lvl5pPr>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5">
            <a:extLst>
              <a:ext uri="{FF2B5EF4-FFF2-40B4-BE49-F238E27FC236}">
                <a16:creationId xmlns:a16="http://schemas.microsoft.com/office/drawing/2014/main" id="{ABDB4269-D6C6-3706-6E34-9B96440E4C79}"/>
              </a:ext>
            </a:extLst>
          </p:cNvPr>
          <p:cNvSpPr>
            <a:spLocks noGrp="1"/>
          </p:cNvSpPr>
          <p:nvPr>
            <p:ph type="ftr" sz="quarter" idx="11"/>
          </p:nvPr>
        </p:nvSpPr>
        <p:spPr>
          <a:xfrm>
            <a:off x="457200" y="6445997"/>
            <a:ext cx="3949302"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8525825D-6882-CF7E-DED2-796EB50E5624}"/>
              </a:ext>
            </a:extLst>
          </p:cNvPr>
          <p:cNvSpPr>
            <a:spLocks noGrp="1"/>
          </p:cNvSpPr>
          <p:nvPr>
            <p:ph type="dt" sz="half" idx="10"/>
          </p:nvPr>
        </p:nvSpPr>
        <p:spPr/>
        <p:txBody>
          <a:bodyPr/>
          <a:lstStyle/>
          <a:p>
            <a:fld id="{63E7E953-C3C8-4A4B-8817-BB1E8DE8DAD2}" type="datetime1">
              <a:rPr lang="en-US" smtClean="0"/>
              <a:t>3/25/2026</a:t>
            </a:fld>
            <a:endParaRPr lang="en-US" dirty="0"/>
          </a:p>
        </p:txBody>
      </p:sp>
      <p:sp>
        <p:nvSpPr>
          <p:cNvPr id="7" name="Slide Number Placeholder 6">
            <a:extLst>
              <a:ext uri="{FF2B5EF4-FFF2-40B4-BE49-F238E27FC236}">
                <a16:creationId xmlns:a16="http://schemas.microsoft.com/office/drawing/2014/main" id="{9E661EE4-2972-F8D1-E2C0-577A67DEC944}"/>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8" name="Straight Connector 7">
            <a:extLst>
              <a:ext uri="{FF2B5EF4-FFF2-40B4-BE49-F238E27FC236}">
                <a16:creationId xmlns:a16="http://schemas.microsoft.com/office/drawing/2014/main" id="{1A5F8204-04DE-BDF1-25A8-C8850EC04A7C}"/>
              </a:ext>
            </a:extLst>
          </p:cNvPr>
          <p:cNvCxnSpPr>
            <a:cxnSpLocks/>
          </p:cNvCxnSpPr>
          <p:nvPr/>
        </p:nvCxnSpPr>
        <p:spPr>
          <a:xfrm>
            <a:off x="464346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EC0CCA0B-4B85-D092-C9D6-7644345E4BFB}"/>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89164281"/>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B064BF-25B8-DF5F-78A5-EF299DBC0FE5}"/>
              </a:ext>
            </a:extLst>
          </p:cNvPr>
          <p:cNvSpPr>
            <a:spLocks noGrp="1"/>
          </p:cNvSpPr>
          <p:nvPr>
            <p:ph type="title"/>
          </p:nvPr>
        </p:nvSpPr>
        <p:spPr>
          <a:xfrm>
            <a:off x="457200" y="457200"/>
            <a:ext cx="3840480" cy="1600200"/>
          </a:xfrm>
        </p:spPr>
        <p:txBody>
          <a:bodyPr anchor="t"/>
          <a:lstStyle>
            <a:lvl1pPr>
              <a:defRPr sz="3200"/>
            </a:lvl1pPr>
          </a:lstStyle>
          <a:p>
            <a:r>
              <a:rPr lang="en-US"/>
              <a:t>Click to edit Master title style</a:t>
            </a:r>
            <a:endParaRPr lang="en-US" dirty="0"/>
          </a:p>
        </p:txBody>
      </p:sp>
      <p:sp>
        <p:nvSpPr>
          <p:cNvPr id="4" name="Text Placeholder 3">
            <a:extLst>
              <a:ext uri="{FF2B5EF4-FFF2-40B4-BE49-F238E27FC236}">
                <a16:creationId xmlns:a16="http://schemas.microsoft.com/office/drawing/2014/main" id="{3EB6BD76-5832-C2AF-7743-B7CB3A9FD207}"/>
              </a:ext>
            </a:extLst>
          </p:cNvPr>
          <p:cNvSpPr>
            <a:spLocks noGrp="1"/>
          </p:cNvSpPr>
          <p:nvPr>
            <p:ph type="body" sz="half" idx="2"/>
          </p:nvPr>
        </p:nvSpPr>
        <p:spPr>
          <a:xfrm>
            <a:off x="457200" y="2073584"/>
            <a:ext cx="3840480" cy="3880736"/>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3" name="Picture Placeholder 2">
            <a:extLst>
              <a:ext uri="{FF2B5EF4-FFF2-40B4-BE49-F238E27FC236}">
                <a16:creationId xmlns:a16="http://schemas.microsoft.com/office/drawing/2014/main" id="{3F01BD91-BD6E-DEBA-3699-22D6D0CCE7F1}"/>
              </a:ext>
            </a:extLst>
          </p:cNvPr>
          <p:cNvSpPr>
            <a:spLocks noGrp="1"/>
          </p:cNvSpPr>
          <p:nvPr>
            <p:ph type="pic" idx="1" hasCustomPrompt="1"/>
          </p:nvPr>
        </p:nvSpPr>
        <p:spPr>
          <a:xfrm>
            <a:off x="5183188" y="542165"/>
            <a:ext cx="6466646" cy="5313731"/>
          </a:xfrm>
          <a:blipFill dpi="0" rotWithShape="1">
            <a:blip r:embed="rId2">
              <a:alphaModFix amt="80000"/>
            </a:blip>
            <a:srcRect/>
            <a:stretch>
              <a:fillRect/>
            </a:stretch>
          </a:blipFill>
        </p:spPr>
        <p:txBody>
          <a:bodyPr>
            <a:norm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 </a:t>
            </a:r>
          </a:p>
        </p:txBody>
      </p:sp>
      <p:sp>
        <p:nvSpPr>
          <p:cNvPr id="6" name="Footer Placeholder 5">
            <a:extLst>
              <a:ext uri="{FF2B5EF4-FFF2-40B4-BE49-F238E27FC236}">
                <a16:creationId xmlns:a16="http://schemas.microsoft.com/office/drawing/2014/main" id="{5BC7AD9D-75CD-C3FA-F88F-4D8A87B72273}"/>
              </a:ext>
            </a:extLst>
          </p:cNvPr>
          <p:cNvSpPr>
            <a:spLocks noGrp="1"/>
          </p:cNvSpPr>
          <p:nvPr>
            <p:ph type="ftr" sz="quarter" idx="11"/>
          </p:nvPr>
        </p:nvSpPr>
        <p:spPr>
          <a:xfrm>
            <a:off x="457200" y="6445997"/>
            <a:ext cx="3949302" cy="365125"/>
          </a:xfrm>
        </p:spPr>
        <p:txBody>
          <a:bodyPr/>
          <a:lstStyle/>
          <a:p>
            <a:r>
              <a:rPr lang="en-US" dirty="0"/>
              <a:t>Sample Footer Text</a:t>
            </a:r>
          </a:p>
        </p:txBody>
      </p:sp>
      <p:sp>
        <p:nvSpPr>
          <p:cNvPr id="5" name="Date Placeholder 4">
            <a:extLst>
              <a:ext uri="{FF2B5EF4-FFF2-40B4-BE49-F238E27FC236}">
                <a16:creationId xmlns:a16="http://schemas.microsoft.com/office/drawing/2014/main" id="{F47D41FD-57A5-7CC9-58D3-3ACA20265E6C}"/>
              </a:ext>
            </a:extLst>
          </p:cNvPr>
          <p:cNvSpPr>
            <a:spLocks noGrp="1"/>
          </p:cNvSpPr>
          <p:nvPr>
            <p:ph type="dt" sz="half" idx="10"/>
          </p:nvPr>
        </p:nvSpPr>
        <p:spPr/>
        <p:txBody>
          <a:bodyPr/>
          <a:lstStyle/>
          <a:p>
            <a:fld id="{CF4969BF-940B-4FBC-8397-235C5A271474}" type="datetime1">
              <a:rPr lang="en-US" smtClean="0"/>
              <a:t>3/25/2026</a:t>
            </a:fld>
            <a:endParaRPr lang="en-US" dirty="0"/>
          </a:p>
        </p:txBody>
      </p:sp>
      <p:sp>
        <p:nvSpPr>
          <p:cNvPr id="7" name="Slide Number Placeholder 6">
            <a:extLst>
              <a:ext uri="{FF2B5EF4-FFF2-40B4-BE49-F238E27FC236}">
                <a16:creationId xmlns:a16="http://schemas.microsoft.com/office/drawing/2014/main" id="{6EACC530-F0C1-526A-3F3A-EA8A7A29A70E}"/>
              </a:ext>
            </a:extLst>
          </p:cNvPr>
          <p:cNvSpPr>
            <a:spLocks noGrp="1"/>
          </p:cNvSpPr>
          <p:nvPr>
            <p:ph type="sldNum" sz="quarter" idx="12"/>
          </p:nvPr>
        </p:nvSpPr>
        <p:spPr/>
        <p:txBody>
          <a:bodyPr/>
          <a:lstStyle/>
          <a:p>
            <a:fld id="{DDF60B60-82CA-4BB9-BA6E-A62FADF2374B}" type="slidenum">
              <a:rPr lang="en-US" smtClean="0"/>
              <a:t>‹#›</a:t>
            </a:fld>
            <a:endParaRPr lang="en-US" dirty="0"/>
          </a:p>
        </p:txBody>
      </p:sp>
      <p:cxnSp>
        <p:nvCxnSpPr>
          <p:cNvPr id="9" name="Straight Connector 8">
            <a:extLst>
              <a:ext uri="{FF2B5EF4-FFF2-40B4-BE49-F238E27FC236}">
                <a16:creationId xmlns:a16="http://schemas.microsoft.com/office/drawing/2014/main" id="{09332F2A-AF1E-7A2E-F872-24CEC59A2C2B}"/>
              </a:ext>
            </a:extLst>
          </p:cNvPr>
          <p:cNvCxnSpPr>
            <a:cxnSpLocks/>
          </p:cNvCxnSpPr>
          <p:nvPr/>
        </p:nvCxnSpPr>
        <p:spPr>
          <a:xfrm>
            <a:off x="4643464" y="0"/>
            <a:ext cx="0" cy="685800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3041477D-FCE4-BE8D-ED72-1A4C8D664981}"/>
              </a:ext>
            </a:extLst>
          </p:cNvPr>
          <p:cNvCxnSpPr>
            <a:cxnSpLocks/>
          </p:cNvCxnSpPr>
          <p:nvPr/>
        </p:nvCxnSpPr>
        <p:spPr>
          <a:xfrm flipH="1">
            <a:off x="0" y="6398068"/>
            <a:ext cx="12192000" cy="0"/>
          </a:xfrm>
          <a:prstGeom prst="line">
            <a:avLst/>
          </a:prstGeom>
          <a:ln w="9525">
            <a:solidFill>
              <a:schemeClr val="tx2">
                <a:alpha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2340956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319627-2791-E32D-91B0-857B27F822FB}"/>
              </a:ext>
            </a:extLst>
          </p:cNvPr>
          <p:cNvSpPr/>
          <p:nvPr/>
        </p:nvSpPr>
        <p:spPr>
          <a:xfrm>
            <a:off x="0" y="0"/>
            <a:ext cx="1219200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034473"/>
            <a:ext cx="11122508" cy="1993399"/>
          </a:xfrm>
        </p:spPr>
        <p:txBody>
          <a:bodyPr anchor="b">
            <a:normAutofit/>
          </a:bodyPr>
          <a:lstStyle>
            <a:lvl1pPr>
              <a:defRPr sz="6000" cap="all" baseline="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199" y="3528206"/>
            <a:ext cx="11122509" cy="2754253"/>
          </a:xfr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2"/>
                </a:solidFill>
              </a:defRPr>
            </a:lvl1pPr>
          </a:lstStyle>
          <a:p>
            <a:fld id="{1DBA68D7-9D7C-42B8-BD6B-A4B9C6BE522F}" type="datetime1">
              <a:rPr lang="en-US" smtClean="0"/>
              <a:t>3/25/2026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dirty="0"/>
          </a:p>
        </p:txBody>
      </p:sp>
      <p:cxnSp>
        <p:nvCxnSpPr>
          <p:cNvPr id="11" name="Straight Connector 10">
            <a:extLst>
              <a:ext uri="{FF2B5EF4-FFF2-40B4-BE49-F238E27FC236}">
                <a16:creationId xmlns:a16="http://schemas.microsoft.com/office/drawing/2014/main" id="{E2128EF9-7F8A-2F1B-41F7-2CA02A35CCA7}"/>
              </a:ext>
            </a:extLst>
          </p:cNvPr>
          <p:cNvCxnSpPr>
            <a:cxnSpLocks/>
          </p:cNvCxnSpPr>
          <p:nvPr/>
        </p:nvCxnSpPr>
        <p:spPr>
          <a:xfrm flipH="1">
            <a:off x="0" y="3191402"/>
            <a:ext cx="12192000" cy="0"/>
          </a:xfrm>
          <a:prstGeom prst="line">
            <a:avLst/>
          </a:prstGeom>
          <a:ln w="12700">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1477608"/>
      </p:ext>
    </p:extLst>
  </p:cSld>
  <p:clrMapOvr>
    <a:overrideClrMapping bg1="lt1" tx1="dk1" bg2="lt2" tx2="dk2" accent1="accent1" accent2="accent2" accent3="accent3" accent4="accent4" accent5="accent5" accent6="accent6" hlink="hlink" folHlink="folHlink"/>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cSld name="Conclusion 2">
    <p:bg>
      <p:bgRef idx="1001">
        <a:schemeClr val="bg2"/>
      </p:bgRef>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7CD7571-736E-B4CB-34E0-C8B31B5A98C2}"/>
              </a:ext>
            </a:extLst>
          </p:cNvPr>
          <p:cNvSpPr/>
          <p:nvPr/>
        </p:nvSpPr>
        <p:spPr>
          <a:xfrm>
            <a:off x="0" y="0"/>
            <a:ext cx="12192000" cy="6858000"/>
          </a:xfrm>
          <a:prstGeom prst="rect">
            <a:avLst/>
          </a:prstGeom>
          <a:solidFill>
            <a:schemeClr val="bg2">
              <a:lumMod val="9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57200" y="1034473"/>
            <a:ext cx="6768193" cy="1993399"/>
          </a:xfrm>
        </p:spPr>
        <p:txBody>
          <a:bodyPr anchor="b">
            <a:normAutofit/>
          </a:bodyPr>
          <a:lstStyle>
            <a:lvl1pPr>
              <a:defRPr sz="6000" cap="all" baseline="0">
                <a:solidFill>
                  <a:schemeClr val="accent1"/>
                </a:solidFill>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57200" y="3528206"/>
            <a:ext cx="6768193" cy="1794899"/>
          </a:xfrm>
        </p:spPr>
        <p:txBody>
          <a:bodyPr vert="horz" lIns="91440" tIns="45720" rIns="91440" bIns="45720" rtlCol="0">
            <a:normAutofit/>
          </a:bodyPr>
          <a:lstStyle>
            <a:lvl1pPr marL="0" indent="0">
              <a:buNone/>
              <a:defRPr lang="en-US" dirty="0">
                <a:solidFill>
                  <a:schemeClr val="tx2"/>
                </a:solidFill>
              </a:defRPr>
            </a:lvl1pPr>
            <a:lvl2pPr marL="228600" indent="0">
              <a:buNone/>
              <a:defRPr lang="en-US" dirty="0">
                <a:solidFill>
                  <a:schemeClr val="tx2"/>
                </a:solidFill>
              </a:defRPr>
            </a:lvl2pPr>
            <a:lvl3pPr marL="457200" indent="0">
              <a:buNone/>
              <a:defRPr lang="en-US" dirty="0">
                <a:solidFill>
                  <a:schemeClr val="tx2"/>
                </a:solidFill>
              </a:defRPr>
            </a:lvl3pPr>
            <a:lvl4pPr marL="685800" indent="0">
              <a:buNone/>
              <a:defRPr lang="en-US" dirty="0">
                <a:solidFill>
                  <a:schemeClr val="tx2"/>
                </a:solidFill>
              </a:defRPr>
            </a:lvl4pPr>
            <a:lvl5pPr marL="914400" indent="0">
              <a:buNone/>
              <a:defRPr lang="en-US" dirty="0">
                <a:solidFill>
                  <a:schemeClr val="tx2"/>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a:xfrm>
            <a:off x="457200" y="6445997"/>
            <a:ext cx="3949302" cy="365125"/>
          </a:xfrm>
        </p:spPr>
        <p:txBody>
          <a:bodyPr/>
          <a:lstStyle>
            <a:lvl1pPr>
              <a:defRPr>
                <a:solidFill>
                  <a:schemeClr val="tx2"/>
                </a:solidFill>
              </a:defRPr>
            </a:lvl1pPr>
          </a:lstStyle>
          <a:p>
            <a:r>
              <a:rPr lang="en-US" dirty="0"/>
              <a:t>Sample Footer Text</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lvl1pPr>
              <a:defRPr>
                <a:solidFill>
                  <a:schemeClr val="tx2"/>
                </a:solidFill>
              </a:defRPr>
            </a:lvl1pPr>
          </a:lstStyle>
          <a:p>
            <a:fld id="{1F39104F-A6E3-4FB2-902A-A12FD9746726}" type="datetime1">
              <a:rPr lang="en-US" smtClean="0"/>
              <a:t>3/25/2026</a:t>
            </a:fld>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lvl1pPr>
              <a:defRPr>
                <a:solidFill>
                  <a:schemeClr val="tx2"/>
                </a:solidFill>
              </a:defRPr>
            </a:lvl1pPr>
          </a:lstStyle>
          <a:p>
            <a:fld id="{DDF60B60-82CA-4BB9-BA6E-A62FADF2374B}" type="slidenum">
              <a:rPr lang="en-US" smtClean="0"/>
              <a:t>‹#›</a:t>
            </a:fld>
            <a:endParaRPr lang="en-US" dirty="0"/>
          </a:p>
        </p:txBody>
      </p:sp>
      <p:cxnSp>
        <p:nvCxnSpPr>
          <p:cNvPr id="11" name="Straight Connector 10">
            <a:extLst>
              <a:ext uri="{FF2B5EF4-FFF2-40B4-BE49-F238E27FC236}">
                <a16:creationId xmlns:a16="http://schemas.microsoft.com/office/drawing/2014/main" id="{E2128EF9-7F8A-2F1B-41F7-2CA02A35CCA7}"/>
              </a:ext>
            </a:extLst>
          </p:cNvPr>
          <p:cNvCxnSpPr>
            <a:cxnSpLocks/>
          </p:cNvCxnSpPr>
          <p:nvPr/>
        </p:nvCxnSpPr>
        <p:spPr>
          <a:xfrm flipH="1">
            <a:off x="0" y="3191402"/>
            <a:ext cx="12192000" cy="0"/>
          </a:xfrm>
          <a:prstGeom prst="line">
            <a:avLst/>
          </a:prstGeom>
          <a:ln w="12700">
            <a:solidFill>
              <a:schemeClr val="tx1">
                <a:lumMod val="75000"/>
                <a:lumOff val="25000"/>
                <a:alpha val="3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35089216"/>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C57148D-D60C-3359-4AC2-15A43E221742}"/>
              </a:ext>
            </a:extLst>
          </p:cNvPr>
          <p:cNvSpPr>
            <a:spLocks noGrp="1"/>
          </p:cNvSpPr>
          <p:nvPr>
            <p:ph type="title"/>
          </p:nvPr>
        </p:nvSpPr>
        <p:spPr>
          <a:xfrm>
            <a:off x="457200" y="533401"/>
            <a:ext cx="10515600" cy="1157288"/>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1A8731C-FCAE-A05A-5A11-57005B86ABD4}"/>
              </a:ext>
            </a:extLst>
          </p:cNvPr>
          <p:cNvSpPr>
            <a:spLocks noGrp="1"/>
          </p:cNvSpPr>
          <p:nvPr>
            <p:ph type="body" idx="1"/>
          </p:nvPr>
        </p:nvSpPr>
        <p:spPr>
          <a:xfrm>
            <a:off x="457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a:extLst>
              <a:ext uri="{FF2B5EF4-FFF2-40B4-BE49-F238E27FC236}">
                <a16:creationId xmlns:a16="http://schemas.microsoft.com/office/drawing/2014/main" id="{44952E70-B2DF-717F-6373-70A688FAD82F}"/>
              </a:ext>
            </a:extLst>
          </p:cNvPr>
          <p:cNvSpPr>
            <a:spLocks noGrp="1"/>
          </p:cNvSpPr>
          <p:nvPr>
            <p:ph type="ftr" sz="quarter" idx="3"/>
          </p:nvPr>
        </p:nvSpPr>
        <p:spPr>
          <a:xfrm>
            <a:off x="457200" y="6445997"/>
            <a:ext cx="3949302" cy="365125"/>
          </a:xfrm>
          <a:prstGeom prst="rect">
            <a:avLst/>
          </a:prstGeom>
        </p:spPr>
        <p:txBody>
          <a:bodyPr vert="horz" lIns="91440" tIns="45720" rIns="91440" bIns="45720" rtlCol="0" anchor="ctr"/>
          <a:lstStyle>
            <a:lvl1pPr algn="l">
              <a:defRPr sz="900">
                <a:solidFill>
                  <a:schemeClr val="tx1">
                    <a:lumMod val="95000"/>
                    <a:lumOff val="5000"/>
                  </a:schemeClr>
                </a:solidFill>
              </a:defRPr>
            </a:lvl1pPr>
          </a:lstStyle>
          <a:p>
            <a:r>
              <a:rPr lang="en-US"/>
              <a:t>Sample Footer Text</a:t>
            </a:r>
          </a:p>
        </p:txBody>
      </p:sp>
      <p:sp>
        <p:nvSpPr>
          <p:cNvPr id="4" name="Date Placeholder 3">
            <a:extLst>
              <a:ext uri="{FF2B5EF4-FFF2-40B4-BE49-F238E27FC236}">
                <a16:creationId xmlns:a16="http://schemas.microsoft.com/office/drawing/2014/main" id="{225215E5-6146-14C5-665E-EF04630DCB32}"/>
              </a:ext>
            </a:extLst>
          </p:cNvPr>
          <p:cNvSpPr>
            <a:spLocks noGrp="1"/>
          </p:cNvSpPr>
          <p:nvPr>
            <p:ph type="dt" sz="half" idx="2"/>
          </p:nvPr>
        </p:nvSpPr>
        <p:spPr>
          <a:xfrm>
            <a:off x="9737594" y="6445997"/>
            <a:ext cx="1842115" cy="365125"/>
          </a:xfrm>
          <a:prstGeom prst="rect">
            <a:avLst/>
          </a:prstGeom>
        </p:spPr>
        <p:txBody>
          <a:bodyPr vert="horz" lIns="91440" tIns="45720" rIns="91440" bIns="45720" rtlCol="0" anchor="ctr"/>
          <a:lstStyle>
            <a:lvl1pPr algn="r">
              <a:defRPr sz="900">
                <a:solidFill>
                  <a:schemeClr val="tx1">
                    <a:lumMod val="95000"/>
                    <a:lumOff val="5000"/>
                  </a:schemeClr>
                </a:solidFill>
              </a:defRPr>
            </a:lvl1pPr>
          </a:lstStyle>
          <a:p>
            <a:fld id="{56D64244-A3D4-4B68-87F0-779EEA0C37FE}" type="datetime1">
              <a:rPr lang="en-US" smtClean="0"/>
              <a:t>3/25/2026</a:t>
            </a:fld>
            <a:endParaRPr lang="en-US"/>
          </a:p>
        </p:txBody>
      </p:sp>
      <p:sp>
        <p:nvSpPr>
          <p:cNvPr id="6" name="Slide Number Placeholder 5">
            <a:extLst>
              <a:ext uri="{FF2B5EF4-FFF2-40B4-BE49-F238E27FC236}">
                <a16:creationId xmlns:a16="http://schemas.microsoft.com/office/drawing/2014/main" id="{20E8FA3A-8706-3F4B-41CC-B024431F6200}"/>
              </a:ext>
            </a:extLst>
          </p:cNvPr>
          <p:cNvSpPr>
            <a:spLocks noGrp="1"/>
          </p:cNvSpPr>
          <p:nvPr>
            <p:ph type="sldNum" sz="quarter" idx="4"/>
          </p:nvPr>
        </p:nvSpPr>
        <p:spPr>
          <a:xfrm>
            <a:off x="11734800" y="6445997"/>
            <a:ext cx="457200" cy="365125"/>
          </a:xfrm>
          <a:prstGeom prst="rect">
            <a:avLst/>
          </a:prstGeom>
        </p:spPr>
        <p:txBody>
          <a:bodyPr vert="horz" lIns="91440" tIns="45720" rIns="91440" bIns="45720" rtlCol="0" anchor="ctr"/>
          <a:lstStyle>
            <a:lvl1pPr algn="ctr">
              <a:defRPr sz="900">
                <a:solidFill>
                  <a:schemeClr val="tx1">
                    <a:lumMod val="95000"/>
                    <a:lumOff val="5000"/>
                  </a:schemeClr>
                </a:solidFill>
              </a:defRPr>
            </a:lvl1pPr>
          </a:lstStyle>
          <a:p>
            <a:fld id="{DDF60B60-82CA-4BB9-BA6E-A62FADF2374B}" type="slidenum">
              <a:rPr lang="en-US" smtClean="0"/>
              <a:t>‹#›</a:t>
            </a:fld>
            <a:endParaRPr lang="en-US"/>
          </a:p>
        </p:txBody>
      </p:sp>
    </p:spTree>
    <p:extLst>
      <p:ext uri="{BB962C8B-B14F-4D97-AF65-F5344CB8AC3E}">
        <p14:creationId xmlns:p14="http://schemas.microsoft.com/office/powerpoint/2010/main" val="2857678996"/>
      </p:ext>
    </p:extLst>
  </p:cSld>
  <p:clrMap bg1="lt1" tx1="dk1" bg2="lt2" tx2="dk2" accent1="accent1" accent2="accent2" accent3="accent3" accent4="accent4" accent5="accent5" accent6="accent6" hlink="hlink" folHlink="folHlink"/>
  <p:sldLayoutIdLst>
    <p:sldLayoutId id="2147483666" r:id="rId1"/>
    <p:sldLayoutId id="2147483662" r:id="rId2"/>
    <p:sldLayoutId id="2147483661" r:id="rId3"/>
    <p:sldLayoutId id="2147483663" r:id="rId4"/>
    <p:sldLayoutId id="2147483665" r:id="rId5"/>
    <p:sldLayoutId id="2147483667"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 id="2147483677" r:id="rId15"/>
    <p:sldLayoutId id="2147483678" r:id="rId16"/>
    <p:sldLayoutId id="2147483679" r:id="rId17"/>
    <p:sldLayoutId id="2147483680" r:id="rId18"/>
    <p:sldLayoutId id="2147483681" r:id="rId19"/>
    <p:sldLayoutId id="2147483682" r:id="rId20"/>
    <p:sldLayoutId id="2147483683" r:id="rId21"/>
    <p:sldLayoutId id="2147483684" r:id="rId22"/>
    <p:sldLayoutId id="2147483685" r:id="rId23"/>
    <p:sldLayoutId id="2147483686" r:id="rId24"/>
    <p:sldLayoutId id="2147483687" r:id="rId25"/>
    <p:sldLayoutId id="2147483688" r:id="rId26"/>
    <p:sldLayoutId id="2147483689" r:id="rId27"/>
    <p:sldLayoutId id="2147483690" r:id="rId28"/>
    <p:sldLayoutId id="2147483691" r:id="rId29"/>
    <p:sldLayoutId id="2147483692" r:id="rId30"/>
    <p:sldLayoutId id="2147483693" r:id="rId31"/>
    <p:sldLayoutId id="2147483694" r:id="rId32"/>
    <p:sldLayoutId id="2147483695" r:id="rId33"/>
    <p:sldLayoutId id="2147483696" r:id="rId34"/>
    <p:sldLayoutId id="2147483697" r:id="rId35"/>
    <p:sldLayoutId id="2147483698" r:id="rId36"/>
    <p:sldLayoutId id="2147483699" r:id="rId37"/>
    <p:sldLayoutId id="2147483700" r:id="rId38"/>
    <p:sldLayoutId id="2147483701" r:id="rId39"/>
    <p:sldLayoutId id="2147483702" r:id="rId40"/>
    <p:sldLayoutId id="2147483703" r:id="rId41"/>
    <p:sldLayoutId id="2147483704" r:id="rId42"/>
    <p:sldLayoutId id="2147483705" r:id="rId43"/>
    <p:sldLayoutId id="2147483706" r:id="rId44"/>
    <p:sldLayoutId id="2147483707" r:id="rId45"/>
    <p:sldLayoutId id="2147483708" r:id="rId46"/>
    <p:sldLayoutId id="2147483709" r:id="rId47"/>
    <p:sldLayoutId id="2147483710" r:id="rId48"/>
    <p:sldLayoutId id="2147483711" r:id="rId49"/>
    <p:sldLayoutId id="2147483712" r:id="rId50"/>
    <p:sldLayoutId id="2147483713" r:id="rId51"/>
    <p:sldLayoutId id="2147483714" r:id="rId52"/>
    <p:sldLayoutId id="2147483715" r:id="rId53"/>
    <p:sldLayoutId id="2147483716" r:id="rId54"/>
    <p:sldLayoutId id="2147483717" r:id="rId55"/>
    <p:sldLayoutId id="2147483718" r:id="rId56"/>
    <p:sldLayoutId id="2147483719" r:id="rId57"/>
  </p:sldLayoutIdLst>
  <p:hf hdr="0"/>
  <p:txStyles>
    <p:titleStyle>
      <a:lvl1pPr algn="l" defTabSz="914400" rtl="0" eaLnBrk="1" latinLnBrk="0" hangingPunct="1">
        <a:lnSpc>
          <a:spcPct val="90000"/>
        </a:lnSpc>
        <a:spcBef>
          <a:spcPct val="0"/>
        </a:spcBef>
        <a:buNone/>
        <a:defRPr sz="3200" kern="1200">
          <a:solidFill>
            <a:schemeClr val="tx2"/>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2"/>
          </a:solidFill>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2"/>
          </a:solidFill>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400" kern="1200">
          <a:solidFill>
            <a:schemeClr val="tx2"/>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2808">
          <p15:clr>
            <a:srgbClr val="F26B43"/>
          </p15:clr>
        </p15:guide>
        <p15:guide id="3" pos="4872">
          <p15:clr>
            <a:srgbClr val="F26B43"/>
          </p15:clr>
        </p15:guide>
        <p15:guide id="4" pos="5160">
          <p15:clr>
            <a:srgbClr val="F26B43"/>
          </p15:clr>
        </p15:guide>
        <p15:guide id="5" pos="2520">
          <p15:clr>
            <a:srgbClr val="F26B43"/>
          </p15:clr>
        </p15:guide>
        <p15:guide id="6" pos="458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0.xml"/><Relationship Id="rId1" Type="http://schemas.openxmlformats.org/officeDocument/2006/relationships/slideLayout" Target="../slideLayouts/slideLayout16.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1.xml"/><Relationship Id="rId1" Type="http://schemas.openxmlformats.org/officeDocument/2006/relationships/slideLayout" Target="../slideLayouts/slideLayout16.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12.xml"/><Relationship Id="rId1" Type="http://schemas.openxmlformats.org/officeDocument/2006/relationships/slideLayout" Target="../slideLayouts/slideLayout16.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10.xml"/></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6.xml"/><Relationship Id="rId1" Type="http://schemas.openxmlformats.org/officeDocument/2006/relationships/slideLayout" Target="../slideLayouts/slideLayout18.xml"/></Relationships>
</file>

<file path=ppt/slides/_rels/slide17.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7.xml"/><Relationship Id="rId1" Type="http://schemas.openxmlformats.org/officeDocument/2006/relationships/slideLayout" Target="../slideLayouts/slideLayout16.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8.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8.xml"/><Relationship Id="rId1" Type="http://schemas.openxmlformats.org/officeDocument/2006/relationships/slideLayout" Target="../slideLayouts/slideLayout16.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9.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9.xml"/><Relationship Id="rId1" Type="http://schemas.openxmlformats.org/officeDocument/2006/relationships/slideLayout" Target="../slideLayouts/slideLayout16.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10.xml"/></Relationships>
</file>

<file path=ppt/slides/_rels/slide2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21.xml"/><Relationship Id="rId1" Type="http://schemas.openxmlformats.org/officeDocument/2006/relationships/slideLayout" Target="../slideLayouts/slideLayout16.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2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22.xml"/><Relationship Id="rId1" Type="http://schemas.openxmlformats.org/officeDocument/2006/relationships/slideLayout" Target="../slideLayouts/slideLayout16.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23.xml"/><Relationship Id="rId1" Type="http://schemas.openxmlformats.org/officeDocument/2006/relationships/slideLayout" Target="../slideLayouts/slideLayout16.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24.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24.xml"/><Relationship Id="rId1" Type="http://schemas.openxmlformats.org/officeDocument/2006/relationships/slideLayout" Target="../slideLayouts/slideLayout16.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25.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25.xml"/><Relationship Id="rId1" Type="http://schemas.openxmlformats.org/officeDocument/2006/relationships/slideLayout" Target="../slideLayouts/slideLayout16.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5D9B23-E430-00F2-F7B8-42559B0E02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50BB33-F944-91E4-F53C-9377D73A12EB}"/>
              </a:ext>
            </a:extLst>
          </p:cNvPr>
          <p:cNvSpPr>
            <a:spLocks noGrp="1"/>
          </p:cNvSpPr>
          <p:nvPr>
            <p:ph type="ctrTitle"/>
          </p:nvPr>
        </p:nvSpPr>
        <p:spPr>
          <a:xfrm>
            <a:off x="1636222" y="1246912"/>
            <a:ext cx="8919556" cy="3050766"/>
          </a:xfrm>
        </p:spPr>
        <p:txBody>
          <a:bodyPr anchor="ctr">
            <a:normAutofit/>
          </a:bodyPr>
          <a:lstStyle/>
          <a:p>
            <a:r>
              <a:rPr lang="en-US" dirty="0" err="1"/>
              <a:t>CampusWay</a:t>
            </a:r>
            <a:r>
              <a:rPr lang="en-US" dirty="0"/>
              <a:t> Café Quality Improvement Project</a:t>
            </a:r>
          </a:p>
        </p:txBody>
      </p:sp>
      <p:sp>
        <p:nvSpPr>
          <p:cNvPr id="3" name="Subtitle 2">
            <a:extLst>
              <a:ext uri="{FF2B5EF4-FFF2-40B4-BE49-F238E27FC236}">
                <a16:creationId xmlns:a16="http://schemas.microsoft.com/office/drawing/2014/main" id="{197BA092-233B-5437-F80F-5A7C4959C974}"/>
              </a:ext>
            </a:extLst>
          </p:cNvPr>
          <p:cNvSpPr>
            <a:spLocks noGrp="1"/>
          </p:cNvSpPr>
          <p:nvPr>
            <p:ph type="subTitle" idx="1"/>
          </p:nvPr>
        </p:nvSpPr>
        <p:spPr>
          <a:xfrm>
            <a:off x="2451378" y="5345199"/>
            <a:ext cx="7289245" cy="1184035"/>
          </a:xfrm>
        </p:spPr>
        <p:txBody>
          <a:bodyPr anchor="ctr">
            <a:normAutofit/>
          </a:bodyPr>
          <a:lstStyle/>
          <a:p>
            <a:r>
              <a:rPr lang="en-US"/>
              <a:t>Innovative strategies enhancing café service and product quality</a:t>
            </a:r>
          </a:p>
        </p:txBody>
      </p:sp>
      <p:sp>
        <p:nvSpPr>
          <p:cNvPr id="4" name="Footer Placeholder 3">
            <a:extLst>
              <a:ext uri="{FF2B5EF4-FFF2-40B4-BE49-F238E27FC236}">
                <a16:creationId xmlns:a16="http://schemas.microsoft.com/office/drawing/2014/main" id="{6C6543D5-171D-01A4-E75B-5822ABBAA349}"/>
              </a:ext>
            </a:extLst>
          </p:cNvPr>
          <p:cNvSpPr>
            <a:spLocks noGrp="1"/>
          </p:cNvSpPr>
          <p:nvPr>
            <p:ph type="ftr" sz="quarter" idx="11"/>
          </p:nvPr>
        </p:nvSpPr>
        <p:spPr>
          <a:xfrm>
            <a:off x="457200" y="6445997"/>
            <a:ext cx="3949302" cy="365125"/>
          </a:xfrm>
        </p:spPr>
        <p:txBody>
          <a:bodyPr anchor="ctr">
            <a:normAutofit/>
          </a:bodyPr>
          <a:lstStyle/>
          <a:p>
            <a:pPr>
              <a:spcAft>
                <a:spcPts val="600"/>
              </a:spcAft>
            </a:pPr>
            <a:r>
              <a:rPr lang="en-US" dirty="0"/>
              <a:t>Natasha Christina Sulistyo</a:t>
            </a:r>
          </a:p>
        </p:txBody>
      </p:sp>
      <p:sp>
        <p:nvSpPr>
          <p:cNvPr id="6" name="Slide Number Placeholder 5">
            <a:extLst>
              <a:ext uri="{FF2B5EF4-FFF2-40B4-BE49-F238E27FC236}">
                <a16:creationId xmlns:a16="http://schemas.microsoft.com/office/drawing/2014/main" id="{320A6A45-F7C9-FA68-0B8B-68355329353F}"/>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1</a:t>
            </a:fld>
            <a:endParaRPr lang="en-US"/>
          </a:p>
        </p:txBody>
      </p:sp>
      <p:pic>
        <p:nvPicPr>
          <p:cNvPr id="8" name="Picture 7" descr="SAN MARCOS&#10;&#10;AI-generated content may be incorrect.">
            <a:extLst>
              <a:ext uri="{FF2B5EF4-FFF2-40B4-BE49-F238E27FC236}">
                <a16:creationId xmlns:a16="http://schemas.microsoft.com/office/drawing/2014/main" id="{605C536C-FBCC-1E98-43B0-68DF558C957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43109" y="-533400"/>
            <a:ext cx="2057400" cy="2057400"/>
          </a:xfrm>
          <a:prstGeom prst="rect">
            <a:avLst/>
          </a:prstGeom>
        </p:spPr>
      </p:pic>
    </p:spTree>
    <p:extLst>
      <p:ext uri="{BB962C8B-B14F-4D97-AF65-F5344CB8AC3E}">
        <p14:creationId xmlns:p14="http://schemas.microsoft.com/office/powerpoint/2010/main" val="3940211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par>
                                <p:cTn id="8" presetID="10" presetClass="entr" presetSubtype="0" fill="hold" grpId="0" nodeType="withEffect">
                                  <p:stCondLst>
                                    <p:cond delay="1000"/>
                                  </p:stCondLst>
                                  <p:iterate type="wd">
                                    <p:tmPct val="15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1000"/>
                                        <p:tgtEl>
                                          <p:spTgt spid="3">
                                            <p:txEl>
                                              <p:pRg st="0" end="0"/>
                                            </p:txEl>
                                          </p:spTgt>
                                        </p:tgtEl>
                                      </p:cBhvr>
                                    </p:animEffect>
                                  </p:childTnLst>
                                </p:cTn>
                              </p:par>
                              <p:par>
                                <p:cTn id="11" presetID="10" presetClass="entr" presetSubtype="0" fill="hold" grpId="1" nodeType="withEffect">
                                  <p:stCondLst>
                                    <p:cond delay="250"/>
                                  </p:stCondLst>
                                  <p:iterate type="wd">
                                    <p:tmPct val="10000"/>
                                  </p:iterate>
                                  <p:childTnLst>
                                    <p:set>
                                      <p:cBhvr>
                                        <p:cTn id="12" dur="1" fill="hold">
                                          <p:stCondLst>
                                            <p:cond delay="0"/>
                                          </p:stCondLst>
                                        </p:cTn>
                                        <p:tgtEl>
                                          <p:spTgt spid="3"/>
                                        </p:tgtEl>
                                        <p:attrNameLst>
                                          <p:attrName>style.visibility</p:attrName>
                                        </p:attrNameLst>
                                      </p:cBhvr>
                                      <p:to>
                                        <p:strVal val="visible"/>
                                      </p:to>
                                    </p:set>
                                    <p:animEffect transition="in" filter="fade">
                                      <p:cBhvr>
                                        <p:cTn id="13"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P spid="3"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F5C5B3-B6A5-B978-7DA0-7A87E52AA3B4}"/>
              </a:ext>
            </a:extLst>
          </p:cNvPr>
          <p:cNvSpPr>
            <a:spLocks noGrp="1"/>
          </p:cNvSpPr>
          <p:nvPr>
            <p:ph type="title"/>
          </p:nvPr>
        </p:nvSpPr>
        <p:spPr>
          <a:xfrm>
            <a:off x="457200" y="2968607"/>
            <a:ext cx="8932653" cy="3450568"/>
          </a:xfrm>
        </p:spPr>
        <p:txBody>
          <a:bodyPr anchor="b">
            <a:normAutofit/>
          </a:bodyPr>
          <a:lstStyle/>
          <a:p>
            <a:r>
              <a:rPr lang="en-US"/>
              <a:t>Business Context and Customer Landscape</a:t>
            </a:r>
          </a:p>
        </p:txBody>
      </p:sp>
      <p:sp>
        <p:nvSpPr>
          <p:cNvPr id="6" name="Slide Number Placeholder 5">
            <a:extLst>
              <a:ext uri="{FF2B5EF4-FFF2-40B4-BE49-F238E27FC236}">
                <a16:creationId xmlns:a16="http://schemas.microsoft.com/office/drawing/2014/main" id="{48FD8423-DEE5-21D0-9EC2-94BAF14FDD1A}"/>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2</a:t>
            </a:fld>
            <a:endParaRPr lang="en-US"/>
          </a:p>
        </p:txBody>
      </p:sp>
      <p:pic>
        <p:nvPicPr>
          <p:cNvPr id="3" name="Picture 2" descr="SAN MARCOS&#10;&#10;AI-generated content may be incorrect.">
            <a:extLst>
              <a:ext uri="{FF2B5EF4-FFF2-40B4-BE49-F238E27FC236}">
                <a16:creationId xmlns:a16="http://schemas.microsoft.com/office/drawing/2014/main" id="{FCED79F5-F02E-E61B-9769-9AE2151CFB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43109" y="-533400"/>
            <a:ext cx="2057400" cy="2057400"/>
          </a:xfrm>
          <a:prstGeom prst="rect">
            <a:avLst/>
          </a:prstGeom>
        </p:spPr>
      </p:pic>
    </p:spTree>
    <p:extLst>
      <p:ext uri="{BB962C8B-B14F-4D97-AF65-F5344CB8AC3E}">
        <p14:creationId xmlns:p14="http://schemas.microsoft.com/office/powerpoint/2010/main" val="350379332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A66298-4A24-1D4D-B890-9E01F626D40F}"/>
              </a:ext>
            </a:extLst>
          </p:cNvPr>
          <p:cNvSpPr>
            <a:spLocks noGrp="1"/>
          </p:cNvSpPr>
          <p:nvPr>
            <p:ph type="title"/>
          </p:nvPr>
        </p:nvSpPr>
        <p:spPr>
          <a:xfrm>
            <a:off x="457200" y="720473"/>
            <a:ext cx="3664107" cy="3864052"/>
          </a:xfrm>
        </p:spPr>
        <p:txBody>
          <a:bodyPr anchor="t">
            <a:normAutofit/>
          </a:bodyPr>
          <a:lstStyle/>
          <a:p>
            <a:r>
              <a:rPr lang="en-US"/>
              <a:t>Project Purpose and Strategic Context</a:t>
            </a:r>
          </a:p>
        </p:txBody>
      </p:sp>
      <p:sp>
        <p:nvSpPr>
          <p:cNvPr id="3" name="Content Placeholder 2">
            <a:extLst>
              <a:ext uri="{FF2B5EF4-FFF2-40B4-BE49-F238E27FC236}">
                <a16:creationId xmlns:a16="http://schemas.microsoft.com/office/drawing/2014/main" id="{80B655EB-F335-15AA-B621-997063316BD6}"/>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70349" y="720473"/>
            <a:ext cx="6309360" cy="5303520"/>
          </a:xfrm>
        </p:spPr>
        <p:txBody>
          <a:bodyPr>
            <a:normAutofit/>
          </a:bodyPr>
          <a:lstStyle/>
          <a:p>
            <a:pPr marL="0" indent="0">
              <a:spcBef>
                <a:spcPts val="2500"/>
              </a:spcBef>
              <a:buFont typeface="Arial" panose="020B0604020202020204" pitchFamily="34" charset="0"/>
              <a:buNone/>
            </a:pPr>
            <a:r>
              <a:rPr lang="en-US" sz="1400" b="1"/>
              <a:t>Project Goal</a:t>
            </a:r>
          </a:p>
          <a:p>
            <a:pPr marL="0" lvl="1" indent="0">
              <a:buFont typeface="Arial" panose="020B0604020202020204" pitchFamily="34" charset="0"/>
              <a:buNone/>
            </a:pPr>
            <a:r>
              <a:rPr lang="en-US" sz="1400"/>
              <a:t>Identify priority areas for resource investment to enhance customer satisfaction and business performance.</a:t>
            </a:r>
          </a:p>
          <a:p>
            <a:pPr marL="0" indent="0">
              <a:spcBef>
                <a:spcPts val="2500"/>
              </a:spcBef>
              <a:buFont typeface="Arial" panose="020B0604020202020204" pitchFamily="34" charset="0"/>
              <a:buNone/>
            </a:pPr>
            <a:r>
              <a:rPr lang="en-US" sz="1400" b="1"/>
              <a:t>Data-Driven Approach</a:t>
            </a:r>
          </a:p>
          <a:p>
            <a:pPr marL="0" lvl="1" indent="0">
              <a:buFont typeface="Arial" panose="020B0604020202020204" pitchFamily="34" charset="0"/>
              <a:buNone/>
            </a:pPr>
            <a:r>
              <a:rPr lang="en-US" sz="1400"/>
              <a:t>Use structured data to understand service quality from the customer's perspective instead of assumptions.</a:t>
            </a:r>
          </a:p>
          <a:p>
            <a:pPr marL="0" indent="0">
              <a:spcBef>
                <a:spcPts val="2500"/>
              </a:spcBef>
              <a:buFont typeface="Arial" panose="020B0604020202020204" pitchFamily="34" charset="0"/>
              <a:buNone/>
            </a:pPr>
            <a:r>
              <a:rPr lang="en-US" sz="1400" b="1"/>
              <a:t>Service Quality Importance</a:t>
            </a:r>
          </a:p>
          <a:p>
            <a:pPr marL="0" lvl="1" indent="0">
              <a:buFont typeface="Arial" panose="020B0604020202020204" pitchFamily="34" charset="0"/>
              <a:buNone/>
            </a:pPr>
            <a:r>
              <a:rPr lang="en-US" sz="1400"/>
              <a:t>Service quality is a key differentiator in the café industry, more impactful than price or location alone.</a:t>
            </a:r>
          </a:p>
          <a:p>
            <a:pPr marL="0" indent="0">
              <a:spcBef>
                <a:spcPts val="2500"/>
              </a:spcBef>
              <a:buFont typeface="Arial" panose="020B0604020202020204" pitchFamily="34" charset="0"/>
              <a:buNone/>
            </a:pPr>
            <a:r>
              <a:rPr lang="en-US" sz="1400" b="1"/>
              <a:t>Actionable Insights</a:t>
            </a:r>
          </a:p>
          <a:p>
            <a:pPr marL="0" lvl="1" indent="0">
              <a:buFont typeface="Arial" panose="020B0604020202020204" pitchFamily="34" charset="0"/>
              <a:buNone/>
            </a:pPr>
            <a:r>
              <a:rPr lang="en-US" sz="1400"/>
              <a:t>Focus on practical quality improvements that customers notice and reward through repeat visits.</a:t>
            </a:r>
          </a:p>
        </p:txBody>
      </p:sp>
      <p:sp>
        <p:nvSpPr>
          <p:cNvPr id="6" name="Slide Number Placeholder 5">
            <a:extLst>
              <a:ext uri="{FF2B5EF4-FFF2-40B4-BE49-F238E27FC236}">
                <a16:creationId xmlns:a16="http://schemas.microsoft.com/office/drawing/2014/main" id="{887CF07B-11E6-92D9-78E2-96228A71109C}"/>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3</a:t>
            </a:fld>
            <a:endParaRPr lang="en-US"/>
          </a:p>
        </p:txBody>
      </p:sp>
      <p:pic>
        <p:nvPicPr>
          <p:cNvPr id="7" name="Picture 6" descr="SAN MARCOS&#10;&#10;AI-generated content may be incorrect.">
            <a:extLst>
              <a:ext uri="{FF2B5EF4-FFF2-40B4-BE49-F238E27FC236}">
                <a16:creationId xmlns:a16="http://schemas.microsoft.com/office/drawing/2014/main" id="{A84B260F-E414-1A37-C8F3-40E604B5196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43109" y="-533400"/>
            <a:ext cx="2057400" cy="2057400"/>
          </a:xfrm>
          <a:prstGeom prst="rect">
            <a:avLst/>
          </a:prstGeom>
        </p:spPr>
      </p:pic>
    </p:spTree>
    <p:extLst>
      <p:ext uri="{BB962C8B-B14F-4D97-AF65-F5344CB8AC3E}">
        <p14:creationId xmlns:p14="http://schemas.microsoft.com/office/powerpoint/2010/main" val="358205657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536D34-0C3E-C7A9-311D-5A69A137EBED}"/>
              </a:ext>
            </a:extLst>
          </p:cNvPr>
          <p:cNvSpPr>
            <a:spLocks noGrp="1"/>
          </p:cNvSpPr>
          <p:nvPr>
            <p:ph type="title"/>
          </p:nvPr>
        </p:nvSpPr>
        <p:spPr>
          <a:xfrm>
            <a:off x="457200" y="720473"/>
            <a:ext cx="3664107" cy="3864052"/>
          </a:xfrm>
        </p:spPr>
        <p:txBody>
          <a:bodyPr anchor="t">
            <a:normAutofit/>
          </a:bodyPr>
          <a:lstStyle/>
          <a:p>
            <a:r>
              <a:rPr lang="en-US"/>
              <a:t>Competitive Café Environment</a:t>
            </a:r>
          </a:p>
        </p:txBody>
      </p:sp>
      <p:sp>
        <p:nvSpPr>
          <p:cNvPr id="3" name="Content Placeholder 2">
            <a:extLst>
              <a:ext uri="{FF2B5EF4-FFF2-40B4-BE49-F238E27FC236}">
                <a16:creationId xmlns:a16="http://schemas.microsoft.com/office/drawing/2014/main" id="{C93186F7-99AA-AE62-3657-54C79DDDE27F}"/>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70349" y="720473"/>
            <a:ext cx="6309360" cy="5303520"/>
          </a:xfrm>
        </p:spPr>
        <p:txBody>
          <a:bodyPr>
            <a:normAutofit/>
          </a:bodyPr>
          <a:lstStyle/>
          <a:p>
            <a:pPr marL="0" indent="0">
              <a:spcBef>
                <a:spcPts val="2500"/>
              </a:spcBef>
              <a:buFont typeface="Arial" panose="020B0604020202020204" pitchFamily="34" charset="0"/>
              <a:buNone/>
            </a:pPr>
            <a:r>
              <a:rPr lang="en-US" sz="1400" b="1"/>
              <a:t>Market Competition Dynamics</a:t>
            </a:r>
          </a:p>
          <a:p>
            <a:pPr marL="0" lvl="1" indent="0">
              <a:buFont typeface="Arial" panose="020B0604020202020204" pitchFamily="34" charset="0"/>
              <a:buNone/>
            </a:pPr>
            <a:r>
              <a:rPr lang="en-US" sz="1400"/>
              <a:t>Dense café market with many alternatives leads to high customer choice and low switching costs.</a:t>
            </a:r>
          </a:p>
          <a:p>
            <a:pPr marL="0" indent="0">
              <a:spcBef>
                <a:spcPts val="2500"/>
              </a:spcBef>
              <a:buFont typeface="Arial" panose="020B0604020202020204" pitchFamily="34" charset="0"/>
              <a:buNone/>
            </a:pPr>
            <a:r>
              <a:rPr lang="en-US" sz="1400" b="1"/>
              <a:t>Speed and Consistency</a:t>
            </a:r>
          </a:p>
          <a:p>
            <a:pPr marL="0" lvl="1" indent="0">
              <a:buFont typeface="Arial" panose="020B0604020202020204" pitchFamily="34" charset="0"/>
              <a:buNone/>
            </a:pPr>
            <a:r>
              <a:rPr lang="en-US" sz="1400"/>
              <a:t>Large chains compete on fast, predictable service especially during peak hours to meet customer expectations.</a:t>
            </a:r>
          </a:p>
          <a:p>
            <a:pPr marL="0" indent="0">
              <a:spcBef>
                <a:spcPts val="2500"/>
              </a:spcBef>
              <a:buFont typeface="Arial" panose="020B0604020202020204" pitchFamily="34" charset="0"/>
              <a:buNone/>
            </a:pPr>
            <a:r>
              <a:rPr lang="en-US" sz="1400" b="1"/>
              <a:t>Strategic Resource Allocation</a:t>
            </a:r>
          </a:p>
          <a:p>
            <a:pPr marL="0" lvl="1" indent="0">
              <a:buFont typeface="Arial" panose="020B0604020202020204" pitchFamily="34" charset="0"/>
              <a:buNone/>
            </a:pPr>
            <a:r>
              <a:rPr lang="en-US" sz="1400"/>
              <a:t>Independent cafés must deliberately focus resources on key service dimensions due to constraints.</a:t>
            </a:r>
          </a:p>
          <a:p>
            <a:pPr marL="0" indent="0">
              <a:spcBef>
                <a:spcPts val="2500"/>
              </a:spcBef>
              <a:buFont typeface="Arial" panose="020B0604020202020204" pitchFamily="34" charset="0"/>
              <a:buNone/>
            </a:pPr>
            <a:r>
              <a:rPr lang="en-US" sz="1400" b="1"/>
              <a:t>Customer Expectation Alignment</a:t>
            </a:r>
          </a:p>
          <a:p>
            <a:pPr marL="0" lvl="1" indent="0">
              <a:buFont typeface="Arial" panose="020B0604020202020204" pitchFamily="34" charset="0"/>
              <a:buNone/>
            </a:pPr>
            <a:r>
              <a:rPr lang="en-US" sz="1400"/>
              <a:t>Closing gaps between customer expectations and operations is critical to reduce dissatisfaction and defection.</a:t>
            </a:r>
          </a:p>
        </p:txBody>
      </p:sp>
      <p:sp>
        <p:nvSpPr>
          <p:cNvPr id="6" name="Slide Number Placeholder 5">
            <a:extLst>
              <a:ext uri="{FF2B5EF4-FFF2-40B4-BE49-F238E27FC236}">
                <a16:creationId xmlns:a16="http://schemas.microsoft.com/office/drawing/2014/main" id="{FE42D2E4-494B-5E3D-6A97-359BEF2CABDD}"/>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4</a:t>
            </a:fld>
            <a:endParaRPr lang="en-US"/>
          </a:p>
        </p:txBody>
      </p:sp>
      <p:pic>
        <p:nvPicPr>
          <p:cNvPr id="7" name="Picture 6" descr="SAN MARCOS&#10;&#10;AI-generated content may be incorrect.">
            <a:extLst>
              <a:ext uri="{FF2B5EF4-FFF2-40B4-BE49-F238E27FC236}">
                <a16:creationId xmlns:a16="http://schemas.microsoft.com/office/drawing/2014/main" id="{8F56D4E6-4B17-1C2A-E562-87D83050D40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43109" y="-533400"/>
            <a:ext cx="2057400" cy="2057400"/>
          </a:xfrm>
          <a:prstGeom prst="rect">
            <a:avLst/>
          </a:prstGeom>
        </p:spPr>
      </p:pic>
    </p:spTree>
    <p:extLst>
      <p:ext uri="{BB962C8B-B14F-4D97-AF65-F5344CB8AC3E}">
        <p14:creationId xmlns:p14="http://schemas.microsoft.com/office/powerpoint/2010/main" val="214823041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92F236-0F47-97CA-C05D-982151BB9624}"/>
              </a:ext>
            </a:extLst>
          </p:cNvPr>
          <p:cNvSpPr>
            <a:spLocks noGrp="1"/>
          </p:cNvSpPr>
          <p:nvPr>
            <p:ph type="title"/>
          </p:nvPr>
        </p:nvSpPr>
        <p:spPr>
          <a:xfrm>
            <a:off x="457200" y="720473"/>
            <a:ext cx="3664107" cy="3864052"/>
          </a:xfrm>
        </p:spPr>
        <p:txBody>
          <a:bodyPr anchor="t">
            <a:normAutofit/>
          </a:bodyPr>
          <a:lstStyle/>
          <a:p>
            <a:r>
              <a:rPr lang="en-US"/>
              <a:t>Key Customer Segments</a:t>
            </a:r>
          </a:p>
        </p:txBody>
      </p:sp>
      <p:sp>
        <p:nvSpPr>
          <p:cNvPr id="3" name="Content Placeholder 2">
            <a:extLst>
              <a:ext uri="{FF2B5EF4-FFF2-40B4-BE49-F238E27FC236}">
                <a16:creationId xmlns:a16="http://schemas.microsoft.com/office/drawing/2014/main" id="{FD1DE6EC-5D9E-804A-EE66-226510174C9E}"/>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70349" y="720473"/>
            <a:ext cx="6309360" cy="5303520"/>
          </a:xfrm>
        </p:spPr>
        <p:txBody>
          <a:bodyPr>
            <a:normAutofit/>
          </a:bodyPr>
          <a:lstStyle/>
          <a:p>
            <a:pPr marL="0" indent="0">
              <a:spcBef>
                <a:spcPts val="2500"/>
              </a:spcBef>
              <a:buFont typeface="Arial" panose="020B0604020202020204" pitchFamily="34" charset="0"/>
              <a:buNone/>
            </a:pPr>
            <a:r>
              <a:rPr lang="en-US" sz="1400" b="1"/>
              <a:t>Student Customers</a:t>
            </a:r>
          </a:p>
          <a:p>
            <a:pPr marL="0" lvl="1" indent="0">
              <a:buFont typeface="Arial" panose="020B0604020202020204" pitchFamily="34" charset="0"/>
              <a:buNone/>
            </a:pPr>
            <a:r>
              <a:rPr lang="en-US" sz="1400"/>
              <a:t>Students form the largest group, visiting between classes and prioritizing speed and affordability.</a:t>
            </a:r>
          </a:p>
          <a:p>
            <a:pPr marL="0" indent="0">
              <a:spcBef>
                <a:spcPts val="2500"/>
              </a:spcBef>
              <a:buFont typeface="Arial" panose="020B0604020202020204" pitchFamily="34" charset="0"/>
              <a:buNone/>
            </a:pPr>
            <a:r>
              <a:rPr lang="en-US" sz="1400" b="1"/>
              <a:t>Remote Workers</a:t>
            </a:r>
          </a:p>
          <a:p>
            <a:pPr marL="0" lvl="1" indent="0">
              <a:buFont typeface="Arial" panose="020B0604020202020204" pitchFamily="34" charset="0"/>
              <a:buNone/>
            </a:pPr>
            <a:r>
              <a:rPr lang="en-US" sz="1400"/>
              <a:t>Remote workers stay longer, valuing comfort, reliability, and a workspace supporting extended sessions.</a:t>
            </a:r>
          </a:p>
          <a:p>
            <a:pPr marL="0" indent="0">
              <a:spcBef>
                <a:spcPts val="2500"/>
              </a:spcBef>
              <a:buFont typeface="Arial" panose="020B0604020202020204" pitchFamily="34" charset="0"/>
              <a:buNone/>
            </a:pPr>
            <a:r>
              <a:rPr lang="en-US" sz="1400" b="1"/>
              <a:t>Walk-in and Neighborhood Visitors</a:t>
            </a:r>
          </a:p>
          <a:p>
            <a:pPr marL="0" lvl="1" indent="0">
              <a:buFont typeface="Arial" panose="020B0604020202020204" pitchFamily="34" charset="0"/>
              <a:buNone/>
            </a:pPr>
            <a:r>
              <a:rPr lang="en-US" sz="1400"/>
              <a:t>Walk-in customers prioritize friendliness, product quality, and a welcoming atmosphere.</a:t>
            </a:r>
          </a:p>
          <a:p>
            <a:pPr marL="0" indent="0">
              <a:spcBef>
                <a:spcPts val="2500"/>
              </a:spcBef>
              <a:buFont typeface="Arial" panose="020B0604020202020204" pitchFamily="34" charset="0"/>
              <a:buNone/>
            </a:pPr>
            <a:r>
              <a:rPr lang="en-US" sz="1400" b="1"/>
              <a:t>Importance of Segmentation</a:t>
            </a:r>
          </a:p>
          <a:p>
            <a:pPr marL="0" lvl="1" indent="0">
              <a:buFont typeface="Arial" panose="020B0604020202020204" pitchFamily="34" charset="0"/>
              <a:buNone/>
            </a:pPr>
            <a:r>
              <a:rPr lang="en-US" sz="1400"/>
              <a:t>Recognizing customer segments clarifies service priorities and improves operational decision making.</a:t>
            </a:r>
          </a:p>
        </p:txBody>
      </p:sp>
      <p:sp>
        <p:nvSpPr>
          <p:cNvPr id="6" name="Slide Number Placeholder 5">
            <a:extLst>
              <a:ext uri="{FF2B5EF4-FFF2-40B4-BE49-F238E27FC236}">
                <a16:creationId xmlns:a16="http://schemas.microsoft.com/office/drawing/2014/main" id="{8FDB7D0B-BA6B-2384-36A3-A9DCAE5BE198}"/>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5</a:t>
            </a:fld>
            <a:endParaRPr lang="en-US"/>
          </a:p>
        </p:txBody>
      </p:sp>
      <p:pic>
        <p:nvPicPr>
          <p:cNvPr id="7" name="Picture 6" descr="SAN MARCOS&#10;&#10;AI-generated content may be incorrect.">
            <a:extLst>
              <a:ext uri="{FF2B5EF4-FFF2-40B4-BE49-F238E27FC236}">
                <a16:creationId xmlns:a16="http://schemas.microsoft.com/office/drawing/2014/main" id="{591E5096-1B23-807A-1CAA-9F7ADEC4F57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43109" y="-533400"/>
            <a:ext cx="2057400" cy="2057400"/>
          </a:xfrm>
          <a:prstGeom prst="rect">
            <a:avLst/>
          </a:prstGeom>
        </p:spPr>
      </p:pic>
    </p:spTree>
    <p:extLst>
      <p:ext uri="{BB962C8B-B14F-4D97-AF65-F5344CB8AC3E}">
        <p14:creationId xmlns:p14="http://schemas.microsoft.com/office/powerpoint/2010/main" val="420471433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A54275-597A-99A8-2C85-7B7AED326031}"/>
              </a:ext>
            </a:extLst>
          </p:cNvPr>
          <p:cNvSpPr>
            <a:spLocks noGrp="1"/>
          </p:cNvSpPr>
          <p:nvPr>
            <p:ph type="title"/>
          </p:nvPr>
        </p:nvSpPr>
        <p:spPr>
          <a:xfrm>
            <a:off x="457200" y="720473"/>
            <a:ext cx="3664107" cy="3864052"/>
          </a:xfrm>
        </p:spPr>
        <p:txBody>
          <a:bodyPr anchor="t">
            <a:normAutofit/>
          </a:bodyPr>
          <a:lstStyle/>
          <a:p>
            <a:r>
              <a:rPr lang="en-US"/>
              <a:t>Why Segmentation Drives Better Decisions</a:t>
            </a:r>
          </a:p>
        </p:txBody>
      </p:sp>
      <p:sp>
        <p:nvSpPr>
          <p:cNvPr id="3" name="Content Placeholder 2">
            <a:extLst>
              <a:ext uri="{FF2B5EF4-FFF2-40B4-BE49-F238E27FC236}">
                <a16:creationId xmlns:a16="http://schemas.microsoft.com/office/drawing/2014/main" id="{74412359-F409-1886-7020-56C4E9A6C9B8}"/>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70349" y="720473"/>
            <a:ext cx="6309360" cy="5303520"/>
          </a:xfrm>
        </p:spPr>
        <p:txBody>
          <a:bodyPr>
            <a:normAutofit/>
          </a:bodyPr>
          <a:lstStyle/>
          <a:p>
            <a:pPr marL="0" indent="0">
              <a:spcBef>
                <a:spcPts val="2500"/>
              </a:spcBef>
              <a:buFont typeface="Arial" panose="020B0604020202020204" pitchFamily="34" charset="0"/>
              <a:buNone/>
            </a:pPr>
            <a:r>
              <a:rPr lang="en-US" sz="1400" b="1"/>
              <a:t>Prioritize Key Customer Groups</a:t>
            </a:r>
          </a:p>
          <a:p>
            <a:pPr marL="0" lvl="1" indent="0">
              <a:buFont typeface="Arial" panose="020B0604020202020204" pitchFamily="34" charset="0"/>
              <a:buNone/>
            </a:pPr>
            <a:r>
              <a:rPr lang="en-US" sz="1400"/>
              <a:t>Segmentation helps focus on improvements impacting the largest or most influential customer groups, reducing business risk.</a:t>
            </a:r>
          </a:p>
          <a:p>
            <a:pPr marL="0" indent="0">
              <a:spcBef>
                <a:spcPts val="2500"/>
              </a:spcBef>
              <a:buFont typeface="Arial" panose="020B0604020202020204" pitchFamily="34" charset="0"/>
              <a:buNone/>
            </a:pPr>
            <a:r>
              <a:rPr lang="en-US" sz="1400" b="1"/>
              <a:t>Avoid Over-Investment</a:t>
            </a:r>
          </a:p>
          <a:p>
            <a:pPr marL="0" lvl="1" indent="0">
              <a:buFont typeface="Arial" panose="020B0604020202020204" pitchFamily="34" charset="0"/>
              <a:buNone/>
            </a:pPr>
            <a:r>
              <a:rPr lang="en-US" sz="1400"/>
              <a:t>Segmentation prevents over-investing in features appealing only to small subsets while ignoring core problems.</a:t>
            </a:r>
          </a:p>
          <a:p>
            <a:pPr marL="0" indent="0">
              <a:spcBef>
                <a:spcPts val="2500"/>
              </a:spcBef>
              <a:buFont typeface="Arial" panose="020B0604020202020204" pitchFamily="34" charset="0"/>
              <a:buNone/>
            </a:pPr>
            <a:r>
              <a:rPr lang="en-US" sz="1400" b="1"/>
              <a:t>Align Service with Demand</a:t>
            </a:r>
          </a:p>
          <a:p>
            <a:pPr marL="0" lvl="1" indent="0">
              <a:buFont typeface="Arial" panose="020B0604020202020204" pitchFamily="34" charset="0"/>
              <a:buNone/>
            </a:pPr>
            <a:r>
              <a:rPr lang="en-US" sz="1400"/>
              <a:t>Considering segments ensures service design matches demand patterns and customer behavior effectively.</a:t>
            </a:r>
          </a:p>
          <a:p>
            <a:pPr marL="0" indent="0">
              <a:spcBef>
                <a:spcPts val="2500"/>
              </a:spcBef>
              <a:buFont typeface="Arial" panose="020B0604020202020204" pitchFamily="34" charset="0"/>
              <a:buNone/>
            </a:pPr>
            <a:r>
              <a:rPr lang="en-US" sz="1400" b="1"/>
              <a:t>Data-Driven Quality Assessment</a:t>
            </a:r>
          </a:p>
          <a:p>
            <a:pPr marL="0" lvl="1" indent="0">
              <a:buFont typeface="Arial" panose="020B0604020202020204" pitchFamily="34" charset="0"/>
              <a:buNone/>
            </a:pPr>
            <a:r>
              <a:rPr lang="en-US" sz="1400"/>
              <a:t>Using segmentation supports data-driven decisions optimizing improvements by impact on volume and revenue.</a:t>
            </a:r>
          </a:p>
        </p:txBody>
      </p:sp>
      <p:sp>
        <p:nvSpPr>
          <p:cNvPr id="6" name="Slide Number Placeholder 5">
            <a:extLst>
              <a:ext uri="{FF2B5EF4-FFF2-40B4-BE49-F238E27FC236}">
                <a16:creationId xmlns:a16="http://schemas.microsoft.com/office/drawing/2014/main" id="{56B4D82B-91CB-589E-5AC5-BA6830E73262}"/>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6</a:t>
            </a:fld>
            <a:endParaRPr lang="en-US"/>
          </a:p>
        </p:txBody>
      </p:sp>
      <p:pic>
        <p:nvPicPr>
          <p:cNvPr id="7" name="Picture 6" descr="SAN MARCOS&#10;&#10;AI-generated content may be incorrect.">
            <a:extLst>
              <a:ext uri="{FF2B5EF4-FFF2-40B4-BE49-F238E27FC236}">
                <a16:creationId xmlns:a16="http://schemas.microsoft.com/office/drawing/2014/main" id="{DE20C2A8-8EBC-4795-9864-26DD4610ED9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43109" y="-533400"/>
            <a:ext cx="2057400" cy="2057400"/>
          </a:xfrm>
          <a:prstGeom prst="rect">
            <a:avLst/>
          </a:prstGeom>
        </p:spPr>
      </p:pic>
    </p:spTree>
    <p:extLst>
      <p:ext uri="{BB962C8B-B14F-4D97-AF65-F5344CB8AC3E}">
        <p14:creationId xmlns:p14="http://schemas.microsoft.com/office/powerpoint/2010/main" val="288243907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612EE-69C6-D717-1FB1-18FE032E559C}"/>
              </a:ext>
            </a:extLst>
          </p:cNvPr>
          <p:cNvSpPr>
            <a:spLocks noGrp="1"/>
          </p:cNvSpPr>
          <p:nvPr>
            <p:ph type="title"/>
          </p:nvPr>
        </p:nvSpPr>
        <p:spPr>
          <a:xfrm>
            <a:off x="457200" y="720473"/>
            <a:ext cx="3664107" cy="3864052"/>
          </a:xfrm>
        </p:spPr>
        <p:txBody>
          <a:bodyPr anchor="t">
            <a:normAutofit/>
          </a:bodyPr>
          <a:lstStyle/>
          <a:p>
            <a:r>
              <a:rPr lang="en-US"/>
              <a:t>Role of Data in Small Business Quality Improvement</a:t>
            </a:r>
          </a:p>
        </p:txBody>
      </p:sp>
      <p:sp>
        <p:nvSpPr>
          <p:cNvPr id="3" name="Content Placeholder 2">
            <a:extLst>
              <a:ext uri="{FF2B5EF4-FFF2-40B4-BE49-F238E27FC236}">
                <a16:creationId xmlns:a16="http://schemas.microsoft.com/office/drawing/2014/main" id="{8300272D-7B51-5C93-EEC6-71E50E3523EB}"/>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70349" y="720473"/>
            <a:ext cx="6309360" cy="5303520"/>
          </a:xfrm>
        </p:spPr>
        <p:txBody>
          <a:bodyPr>
            <a:normAutofit/>
          </a:bodyPr>
          <a:lstStyle/>
          <a:p>
            <a:pPr marL="0" indent="0">
              <a:spcBef>
                <a:spcPts val="2500"/>
              </a:spcBef>
              <a:buFont typeface="Arial" panose="020B0604020202020204" pitchFamily="34" charset="0"/>
              <a:buNone/>
            </a:pPr>
            <a:r>
              <a:rPr lang="en-US" sz="1400" b="1"/>
              <a:t>Simplicity of Data Tools</a:t>
            </a:r>
          </a:p>
          <a:p>
            <a:pPr marL="0" lvl="1" indent="0">
              <a:buFont typeface="Arial" panose="020B0604020202020204" pitchFamily="34" charset="0"/>
              <a:buNone/>
            </a:pPr>
            <a:r>
              <a:rPr lang="en-US" sz="1400"/>
              <a:t>Small businesses can use simple tools like short surveys to gather meaningful customer insights without complexity.</a:t>
            </a:r>
          </a:p>
          <a:p>
            <a:pPr marL="0" indent="0">
              <a:spcBef>
                <a:spcPts val="2500"/>
              </a:spcBef>
              <a:buFont typeface="Arial" panose="020B0604020202020204" pitchFamily="34" charset="0"/>
              <a:buNone/>
            </a:pPr>
            <a:r>
              <a:rPr lang="en-US" sz="1400" b="1"/>
              <a:t>Structured Customer Listening</a:t>
            </a:r>
          </a:p>
          <a:p>
            <a:pPr marL="0" lvl="1" indent="0">
              <a:buFont typeface="Arial" panose="020B0604020202020204" pitchFamily="34" charset="0"/>
              <a:buNone/>
            </a:pPr>
            <a:r>
              <a:rPr lang="en-US" sz="1400"/>
              <a:t>Systematic collection and analysis of feedback reduces reliance on intuition and anecdotal impressions.</a:t>
            </a:r>
          </a:p>
          <a:p>
            <a:pPr marL="0" indent="0">
              <a:spcBef>
                <a:spcPts val="2500"/>
              </a:spcBef>
              <a:buFont typeface="Arial" panose="020B0604020202020204" pitchFamily="34" charset="0"/>
              <a:buNone/>
            </a:pPr>
            <a:r>
              <a:rPr lang="en-US" sz="1400" b="1"/>
              <a:t>Data-Driven Improvement</a:t>
            </a:r>
          </a:p>
          <a:p>
            <a:pPr marL="0" lvl="1" indent="0">
              <a:buFont typeface="Arial" panose="020B0604020202020204" pitchFamily="34" charset="0"/>
              <a:buNone/>
            </a:pPr>
            <a:r>
              <a:rPr lang="en-US" sz="1400"/>
              <a:t>Using data increases confidence in decisions and provides justification for investments and improvements.</a:t>
            </a:r>
          </a:p>
          <a:p>
            <a:pPr marL="0" indent="0">
              <a:spcBef>
                <a:spcPts val="2500"/>
              </a:spcBef>
              <a:buFont typeface="Arial" panose="020B0604020202020204" pitchFamily="34" charset="0"/>
              <a:buNone/>
            </a:pPr>
            <a:r>
              <a:rPr lang="en-US" sz="1400" b="1"/>
              <a:t>Baseline for Future Growth</a:t>
            </a:r>
          </a:p>
          <a:p>
            <a:pPr marL="0" lvl="1" indent="0">
              <a:buFont typeface="Arial" panose="020B0604020202020204" pitchFamily="34" charset="0"/>
              <a:buNone/>
            </a:pPr>
            <a:r>
              <a:rPr lang="en-US" sz="1400"/>
              <a:t>Data creates a baseline to evaluate future changes, enhancing discipline and strategic thinking in competitive markets.</a:t>
            </a:r>
          </a:p>
        </p:txBody>
      </p:sp>
      <p:sp>
        <p:nvSpPr>
          <p:cNvPr id="6" name="Slide Number Placeholder 5">
            <a:extLst>
              <a:ext uri="{FF2B5EF4-FFF2-40B4-BE49-F238E27FC236}">
                <a16:creationId xmlns:a16="http://schemas.microsoft.com/office/drawing/2014/main" id="{22715110-325F-95CF-EC68-6FC19CA50F99}"/>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7</a:t>
            </a:fld>
            <a:endParaRPr lang="en-US"/>
          </a:p>
        </p:txBody>
      </p:sp>
      <p:pic>
        <p:nvPicPr>
          <p:cNvPr id="7" name="Picture 6" descr="SAN MARCOS&#10;&#10;AI-generated content may be incorrect.">
            <a:extLst>
              <a:ext uri="{FF2B5EF4-FFF2-40B4-BE49-F238E27FC236}">
                <a16:creationId xmlns:a16="http://schemas.microsoft.com/office/drawing/2014/main" id="{63651FDA-AF01-74FC-F08A-643E0CDA83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43109" y="-533400"/>
            <a:ext cx="2057400" cy="2057400"/>
          </a:xfrm>
          <a:prstGeom prst="rect">
            <a:avLst/>
          </a:prstGeom>
        </p:spPr>
      </p:pic>
    </p:spTree>
    <p:extLst>
      <p:ext uri="{BB962C8B-B14F-4D97-AF65-F5344CB8AC3E}">
        <p14:creationId xmlns:p14="http://schemas.microsoft.com/office/powerpoint/2010/main" val="2250830254"/>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79420B-5F00-8E5E-BAFF-8B7092833642}"/>
              </a:ext>
            </a:extLst>
          </p:cNvPr>
          <p:cNvSpPr>
            <a:spLocks noGrp="1"/>
          </p:cNvSpPr>
          <p:nvPr>
            <p:ph type="title"/>
          </p:nvPr>
        </p:nvSpPr>
        <p:spPr>
          <a:xfrm>
            <a:off x="457200" y="2968607"/>
            <a:ext cx="8932653" cy="3450568"/>
          </a:xfrm>
        </p:spPr>
        <p:txBody>
          <a:bodyPr anchor="b">
            <a:normAutofit/>
          </a:bodyPr>
          <a:lstStyle/>
          <a:p>
            <a:r>
              <a:rPr lang="en-US"/>
              <a:t>Voice of the Customer Methodology</a:t>
            </a:r>
          </a:p>
        </p:txBody>
      </p:sp>
      <p:sp>
        <p:nvSpPr>
          <p:cNvPr id="6" name="Slide Number Placeholder 5">
            <a:extLst>
              <a:ext uri="{FF2B5EF4-FFF2-40B4-BE49-F238E27FC236}">
                <a16:creationId xmlns:a16="http://schemas.microsoft.com/office/drawing/2014/main" id="{B93A8781-F7CB-61A9-5DA9-BF6D68D6F3BA}"/>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8</a:t>
            </a:fld>
            <a:endParaRPr lang="en-US"/>
          </a:p>
        </p:txBody>
      </p:sp>
      <p:pic>
        <p:nvPicPr>
          <p:cNvPr id="3" name="Picture 2" descr="SAN MARCOS&#10;&#10;AI-generated content may be incorrect.">
            <a:extLst>
              <a:ext uri="{FF2B5EF4-FFF2-40B4-BE49-F238E27FC236}">
                <a16:creationId xmlns:a16="http://schemas.microsoft.com/office/drawing/2014/main" id="{9AE25537-87F1-86FC-16F8-F85C62AC24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43109" y="-533400"/>
            <a:ext cx="2057400" cy="2057400"/>
          </a:xfrm>
          <a:prstGeom prst="rect">
            <a:avLst/>
          </a:prstGeom>
        </p:spPr>
      </p:pic>
    </p:spTree>
    <p:extLst>
      <p:ext uri="{BB962C8B-B14F-4D97-AF65-F5344CB8AC3E}">
        <p14:creationId xmlns:p14="http://schemas.microsoft.com/office/powerpoint/2010/main" val="78325555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075583-1F7B-1BB8-70AC-5177498F4F11}"/>
              </a:ext>
            </a:extLst>
          </p:cNvPr>
          <p:cNvSpPr>
            <a:spLocks noGrp="1"/>
          </p:cNvSpPr>
          <p:nvPr>
            <p:ph type="title"/>
          </p:nvPr>
        </p:nvSpPr>
        <p:spPr>
          <a:xfrm>
            <a:off x="457200" y="720473"/>
            <a:ext cx="3664107" cy="3864052"/>
          </a:xfrm>
        </p:spPr>
        <p:txBody>
          <a:bodyPr anchor="t">
            <a:normAutofit/>
          </a:bodyPr>
          <a:lstStyle/>
          <a:p>
            <a:r>
              <a:rPr lang="en-US"/>
              <a:t>Understanding the Voice of the Customer</a:t>
            </a:r>
          </a:p>
        </p:txBody>
      </p:sp>
      <p:sp>
        <p:nvSpPr>
          <p:cNvPr id="3" name="Content Placeholder 2">
            <a:extLst>
              <a:ext uri="{FF2B5EF4-FFF2-40B4-BE49-F238E27FC236}">
                <a16:creationId xmlns:a16="http://schemas.microsoft.com/office/drawing/2014/main" id="{E37059CC-8070-AF47-C5C0-E6239C8B98AD}"/>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70349" y="720473"/>
            <a:ext cx="6309360" cy="5303520"/>
          </a:xfrm>
        </p:spPr>
        <p:txBody>
          <a:bodyPr>
            <a:normAutofit/>
          </a:bodyPr>
          <a:lstStyle/>
          <a:p>
            <a:pPr marL="0" indent="0">
              <a:spcBef>
                <a:spcPts val="2500"/>
              </a:spcBef>
              <a:buFont typeface="Arial" panose="020B0604020202020204" pitchFamily="34" charset="0"/>
              <a:buNone/>
            </a:pPr>
            <a:r>
              <a:rPr lang="en-US" sz="1400" b="1"/>
              <a:t>Definition of Voice of Customer</a:t>
            </a:r>
          </a:p>
          <a:p>
            <a:pPr marL="0" lvl="1" indent="0">
              <a:buFont typeface="Arial" panose="020B0604020202020204" pitchFamily="34" charset="0"/>
              <a:buNone/>
            </a:pPr>
            <a:r>
              <a:rPr lang="en-US" sz="1400"/>
              <a:t>Voice of customer captures both explicit and implicit customer expectations for service quality.</a:t>
            </a:r>
          </a:p>
          <a:p>
            <a:pPr marL="0" indent="0">
              <a:spcBef>
                <a:spcPts val="2500"/>
              </a:spcBef>
              <a:buFont typeface="Arial" panose="020B0604020202020204" pitchFamily="34" charset="0"/>
              <a:buNone/>
            </a:pPr>
            <a:r>
              <a:rPr lang="en-US" sz="1400" b="1"/>
              <a:t>Direct Customer Feedback</a:t>
            </a:r>
          </a:p>
          <a:p>
            <a:pPr marL="0" lvl="1" indent="0">
              <a:buFont typeface="Arial" panose="020B0604020202020204" pitchFamily="34" charset="0"/>
              <a:buNone/>
            </a:pPr>
            <a:r>
              <a:rPr lang="en-US" sz="1400"/>
              <a:t>BrewHaven collects direct evaluations from customers to understand key service dimensions.</a:t>
            </a:r>
          </a:p>
          <a:p>
            <a:pPr marL="0" indent="0">
              <a:spcBef>
                <a:spcPts val="2500"/>
              </a:spcBef>
              <a:buFont typeface="Arial" panose="020B0604020202020204" pitchFamily="34" charset="0"/>
              <a:buNone/>
            </a:pPr>
            <a:r>
              <a:rPr lang="en-US" sz="1400" b="1"/>
              <a:t>Linking Experience to Quality</a:t>
            </a:r>
          </a:p>
          <a:p>
            <a:pPr marL="0" lvl="1" indent="0">
              <a:buFont typeface="Arial" panose="020B0604020202020204" pitchFamily="34" charset="0"/>
              <a:buNone/>
            </a:pPr>
            <a:r>
              <a:rPr lang="en-US" sz="1400"/>
              <a:t>Translating customer perceptions into measurable metrics bridges experience with operational performance.</a:t>
            </a:r>
          </a:p>
          <a:p>
            <a:pPr marL="0" indent="0">
              <a:spcBef>
                <a:spcPts val="2500"/>
              </a:spcBef>
              <a:buFont typeface="Arial" panose="020B0604020202020204" pitchFamily="34" charset="0"/>
              <a:buNone/>
            </a:pPr>
            <a:r>
              <a:rPr lang="en-US" sz="1400" b="1"/>
              <a:t>Customer-Centric Improvement</a:t>
            </a:r>
          </a:p>
          <a:p>
            <a:pPr marL="0" lvl="1" indent="0">
              <a:buFont typeface="Arial" panose="020B0604020202020204" pitchFamily="34" charset="0"/>
              <a:buNone/>
            </a:pPr>
            <a:r>
              <a:rPr lang="en-US" sz="1400"/>
              <a:t>Improvement efforts focus on actual customer values rather than managerial assumptions.</a:t>
            </a:r>
          </a:p>
        </p:txBody>
      </p:sp>
      <p:sp>
        <p:nvSpPr>
          <p:cNvPr id="6" name="Slide Number Placeholder 5">
            <a:extLst>
              <a:ext uri="{FF2B5EF4-FFF2-40B4-BE49-F238E27FC236}">
                <a16:creationId xmlns:a16="http://schemas.microsoft.com/office/drawing/2014/main" id="{AB0EBCAA-1451-B216-C171-0B9B8A1F5637}"/>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9</a:t>
            </a:fld>
            <a:endParaRPr lang="en-US"/>
          </a:p>
        </p:txBody>
      </p:sp>
      <p:pic>
        <p:nvPicPr>
          <p:cNvPr id="7" name="Picture 6" descr="SAN MARCOS&#10;&#10;AI-generated content may be incorrect.">
            <a:extLst>
              <a:ext uri="{FF2B5EF4-FFF2-40B4-BE49-F238E27FC236}">
                <a16:creationId xmlns:a16="http://schemas.microsoft.com/office/drawing/2014/main" id="{604CD75F-E1C7-9B1E-3E26-65A8E79393C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43109" y="-533400"/>
            <a:ext cx="2057400" cy="2057400"/>
          </a:xfrm>
          <a:prstGeom prst="rect">
            <a:avLst/>
          </a:prstGeom>
        </p:spPr>
      </p:pic>
    </p:spTree>
    <p:extLst>
      <p:ext uri="{BB962C8B-B14F-4D97-AF65-F5344CB8AC3E}">
        <p14:creationId xmlns:p14="http://schemas.microsoft.com/office/powerpoint/2010/main" val="1465682943"/>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2B56E1-023E-DAEE-FC15-4913393FBED0}"/>
              </a:ext>
            </a:extLst>
          </p:cNvPr>
          <p:cNvSpPr>
            <a:spLocks noGrp="1"/>
          </p:cNvSpPr>
          <p:nvPr>
            <p:ph type="title"/>
          </p:nvPr>
        </p:nvSpPr>
        <p:spPr>
          <a:xfrm>
            <a:off x="457200" y="721299"/>
            <a:ext cx="3689927" cy="1486906"/>
          </a:xfrm>
        </p:spPr>
        <p:txBody>
          <a:bodyPr anchor="t">
            <a:normAutofit/>
          </a:bodyPr>
          <a:lstStyle/>
          <a:p>
            <a:r>
              <a:rPr lang="en-US"/>
              <a:t>Survey Design and Sample</a:t>
            </a:r>
          </a:p>
        </p:txBody>
      </p:sp>
      <p:graphicFrame>
        <p:nvGraphicFramePr>
          <p:cNvPr id="10" name="Content Placeholder 2">
            <a:extLst>
              <a:ext uri="{FF2B5EF4-FFF2-40B4-BE49-F238E27FC236}">
                <a16:creationId xmlns:a16="http://schemas.microsoft.com/office/drawing/2014/main" id="{DB42D4C1-5A05-12FE-41C7-C6CC5D8071F0}"/>
              </a:ext>
            </a:extLst>
          </p:cNvPr>
          <p:cNvGraphicFramePr>
            <a:graphicFrameLocks noGrp="1"/>
          </p:cNvGraphicFrame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4904515" y="2780147"/>
          <a:ext cx="6567049" cy="33598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5">
            <a:extLst>
              <a:ext uri="{FF2B5EF4-FFF2-40B4-BE49-F238E27FC236}">
                <a16:creationId xmlns:a16="http://schemas.microsoft.com/office/drawing/2014/main" id="{506A750B-CA65-C651-94DF-0139B8A84AE1}"/>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10</a:t>
            </a:fld>
            <a:endParaRPr lang="en-US"/>
          </a:p>
        </p:txBody>
      </p:sp>
      <p:pic>
        <p:nvPicPr>
          <p:cNvPr id="3" name="Picture 2" descr="SAN MARCOS&#10;&#10;AI-generated content may be incorrect.">
            <a:extLst>
              <a:ext uri="{FF2B5EF4-FFF2-40B4-BE49-F238E27FC236}">
                <a16:creationId xmlns:a16="http://schemas.microsoft.com/office/drawing/2014/main" id="{498C8DAC-E08E-EF25-98CE-062F6DA76493}"/>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243109" y="-533400"/>
            <a:ext cx="2057400" cy="2057400"/>
          </a:xfrm>
          <a:prstGeom prst="rect">
            <a:avLst/>
          </a:prstGeom>
        </p:spPr>
      </p:pic>
    </p:spTree>
    <p:extLst>
      <p:ext uri="{BB962C8B-B14F-4D97-AF65-F5344CB8AC3E}">
        <p14:creationId xmlns:p14="http://schemas.microsoft.com/office/powerpoint/2010/main" val="219754648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02A1A3-0074-8F0D-D133-4D928DB3DD11}"/>
              </a:ext>
            </a:extLst>
          </p:cNvPr>
          <p:cNvSpPr>
            <a:spLocks noGrp="1"/>
          </p:cNvSpPr>
          <p:nvPr>
            <p:ph type="title"/>
          </p:nvPr>
        </p:nvSpPr>
        <p:spPr>
          <a:xfrm>
            <a:off x="457200" y="721299"/>
            <a:ext cx="3689927" cy="1486906"/>
          </a:xfrm>
        </p:spPr>
        <p:txBody>
          <a:bodyPr anchor="t">
            <a:normAutofit/>
          </a:bodyPr>
          <a:lstStyle/>
          <a:p>
            <a:r>
              <a:rPr lang="en-US"/>
              <a:t>Importance and Performance Ratings</a:t>
            </a:r>
          </a:p>
        </p:txBody>
      </p:sp>
      <p:graphicFrame>
        <p:nvGraphicFramePr>
          <p:cNvPr id="10" name="Content Placeholder 2">
            <a:extLst>
              <a:ext uri="{FF2B5EF4-FFF2-40B4-BE49-F238E27FC236}">
                <a16:creationId xmlns:a16="http://schemas.microsoft.com/office/drawing/2014/main" id="{E1BA35F2-8233-8EA0-61B0-630EB4ABB54F}"/>
              </a:ext>
            </a:extLst>
          </p:cNvPr>
          <p:cNvGraphicFramePr>
            <a:graphicFrameLocks noGrp="1"/>
          </p:cNvGraphicFrame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4904515" y="2780147"/>
          <a:ext cx="6567049" cy="33598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5">
            <a:extLst>
              <a:ext uri="{FF2B5EF4-FFF2-40B4-BE49-F238E27FC236}">
                <a16:creationId xmlns:a16="http://schemas.microsoft.com/office/drawing/2014/main" id="{C4ACC0FB-5622-D1CD-004C-A8857F89D8B1}"/>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11</a:t>
            </a:fld>
            <a:endParaRPr lang="en-US"/>
          </a:p>
        </p:txBody>
      </p:sp>
      <p:pic>
        <p:nvPicPr>
          <p:cNvPr id="3" name="Picture 2" descr="SAN MARCOS&#10;&#10;AI-generated content may be incorrect.">
            <a:extLst>
              <a:ext uri="{FF2B5EF4-FFF2-40B4-BE49-F238E27FC236}">
                <a16:creationId xmlns:a16="http://schemas.microsoft.com/office/drawing/2014/main" id="{E8AB32FB-48A1-EBB9-56FD-E301DCE811B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243109" y="-533400"/>
            <a:ext cx="2057400" cy="2057400"/>
          </a:xfrm>
          <a:prstGeom prst="rect">
            <a:avLst/>
          </a:prstGeom>
        </p:spPr>
      </p:pic>
    </p:spTree>
    <p:extLst>
      <p:ext uri="{BB962C8B-B14F-4D97-AF65-F5344CB8AC3E}">
        <p14:creationId xmlns:p14="http://schemas.microsoft.com/office/powerpoint/2010/main" val="3666754077"/>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BE7FFC-117F-009B-3185-E62CEF966FA5}"/>
              </a:ext>
            </a:extLst>
          </p:cNvPr>
          <p:cNvSpPr>
            <a:spLocks noGrp="1"/>
          </p:cNvSpPr>
          <p:nvPr>
            <p:ph type="title"/>
          </p:nvPr>
        </p:nvSpPr>
        <p:spPr>
          <a:xfrm>
            <a:off x="457200" y="721299"/>
            <a:ext cx="3689927" cy="1486906"/>
          </a:xfrm>
        </p:spPr>
        <p:txBody>
          <a:bodyPr anchor="t">
            <a:normAutofit/>
          </a:bodyPr>
          <a:lstStyle/>
          <a:p>
            <a:r>
              <a:rPr lang="en-US"/>
              <a:t>Quality Dimensions Evaluated</a:t>
            </a:r>
          </a:p>
        </p:txBody>
      </p:sp>
      <p:graphicFrame>
        <p:nvGraphicFramePr>
          <p:cNvPr id="10" name="Content Placeholder 2">
            <a:extLst>
              <a:ext uri="{FF2B5EF4-FFF2-40B4-BE49-F238E27FC236}">
                <a16:creationId xmlns:a16="http://schemas.microsoft.com/office/drawing/2014/main" id="{EDCD08E6-6DED-E037-479A-1F033605A839}"/>
              </a:ext>
            </a:extLst>
          </p:cNvPr>
          <p:cNvGraphicFramePr>
            <a:graphicFrameLocks noGrp="1"/>
          </p:cNvGraphicFrame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4904515" y="2780147"/>
          <a:ext cx="6567049" cy="33598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5">
            <a:extLst>
              <a:ext uri="{FF2B5EF4-FFF2-40B4-BE49-F238E27FC236}">
                <a16:creationId xmlns:a16="http://schemas.microsoft.com/office/drawing/2014/main" id="{1BDA1F15-27BF-DD74-8310-23A6FC9C5777}"/>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12</a:t>
            </a:fld>
            <a:endParaRPr lang="en-US"/>
          </a:p>
        </p:txBody>
      </p:sp>
      <p:pic>
        <p:nvPicPr>
          <p:cNvPr id="3" name="Picture 2" descr="SAN MARCOS&#10;&#10;AI-generated content may be incorrect.">
            <a:extLst>
              <a:ext uri="{FF2B5EF4-FFF2-40B4-BE49-F238E27FC236}">
                <a16:creationId xmlns:a16="http://schemas.microsoft.com/office/drawing/2014/main" id="{DA924171-1F97-4BF6-5FA4-56CE5AADFB4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243109" y="-533400"/>
            <a:ext cx="2057400" cy="2057400"/>
          </a:xfrm>
          <a:prstGeom prst="rect">
            <a:avLst/>
          </a:prstGeom>
        </p:spPr>
      </p:pic>
    </p:spTree>
    <p:extLst>
      <p:ext uri="{BB962C8B-B14F-4D97-AF65-F5344CB8AC3E}">
        <p14:creationId xmlns:p14="http://schemas.microsoft.com/office/powerpoint/2010/main" val="2339400101"/>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4F5CE-D443-251D-A65C-22921F82B7E6}"/>
              </a:ext>
            </a:extLst>
          </p:cNvPr>
          <p:cNvSpPr>
            <a:spLocks noGrp="1"/>
          </p:cNvSpPr>
          <p:nvPr>
            <p:ph type="title"/>
          </p:nvPr>
        </p:nvSpPr>
        <p:spPr>
          <a:xfrm>
            <a:off x="457200" y="720473"/>
            <a:ext cx="3664107" cy="3864052"/>
          </a:xfrm>
        </p:spPr>
        <p:txBody>
          <a:bodyPr anchor="t">
            <a:normAutofit/>
          </a:bodyPr>
          <a:lstStyle/>
          <a:p>
            <a:r>
              <a:rPr lang="en-US"/>
              <a:t>Reliability and Limitations</a:t>
            </a:r>
          </a:p>
        </p:txBody>
      </p:sp>
      <p:sp>
        <p:nvSpPr>
          <p:cNvPr id="3" name="Content Placeholder 2">
            <a:extLst>
              <a:ext uri="{FF2B5EF4-FFF2-40B4-BE49-F238E27FC236}">
                <a16:creationId xmlns:a16="http://schemas.microsoft.com/office/drawing/2014/main" id="{453B8E21-E018-E153-BDF4-914567AE4CD4}"/>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70349" y="720473"/>
            <a:ext cx="6309360" cy="5303520"/>
          </a:xfrm>
        </p:spPr>
        <p:txBody>
          <a:bodyPr>
            <a:normAutofit/>
          </a:bodyPr>
          <a:lstStyle/>
          <a:p>
            <a:pPr marL="0" indent="0">
              <a:spcBef>
                <a:spcPts val="2500"/>
              </a:spcBef>
              <a:buFont typeface="Arial" panose="020B0604020202020204" pitchFamily="34" charset="0"/>
              <a:buNone/>
            </a:pPr>
            <a:r>
              <a:rPr lang="en-US" sz="1400" b="1"/>
              <a:t>Study Limitations</a:t>
            </a:r>
          </a:p>
          <a:p>
            <a:pPr marL="0" lvl="1" indent="0">
              <a:buFont typeface="Arial" panose="020B0604020202020204" pitchFamily="34" charset="0"/>
              <a:buNone/>
            </a:pPr>
            <a:r>
              <a:rPr lang="en-US" sz="1400"/>
              <a:t>Small sample size limits generalizability and may miss seasonal or daily variations in responses.</a:t>
            </a:r>
          </a:p>
          <a:p>
            <a:pPr marL="0" indent="0">
              <a:spcBef>
                <a:spcPts val="2500"/>
              </a:spcBef>
              <a:buFont typeface="Arial" panose="020B0604020202020204" pitchFamily="34" charset="0"/>
              <a:buNone/>
            </a:pPr>
            <a:r>
              <a:rPr lang="en-US" sz="1400" b="1"/>
              <a:t>Consistency of Responses</a:t>
            </a:r>
          </a:p>
          <a:p>
            <a:pPr marL="0" lvl="1" indent="0">
              <a:buFont typeface="Arial" panose="020B0604020202020204" pitchFamily="34" charset="0"/>
              <a:buNone/>
            </a:pPr>
            <a:r>
              <a:rPr lang="en-US" sz="1400"/>
              <a:t>Consistent answers among participants increase confidence in the overall direction of findings.</a:t>
            </a:r>
          </a:p>
          <a:p>
            <a:pPr marL="0" indent="0">
              <a:spcBef>
                <a:spcPts val="2500"/>
              </a:spcBef>
              <a:buFont typeface="Arial" panose="020B0604020202020204" pitchFamily="34" charset="0"/>
              <a:buNone/>
            </a:pPr>
            <a:r>
              <a:rPr lang="en-US" sz="1400" b="1"/>
              <a:t>Data Reliability for Decisions</a:t>
            </a:r>
          </a:p>
          <a:p>
            <a:pPr marL="0" lvl="1" indent="0">
              <a:buFont typeface="Arial" panose="020B0604020202020204" pitchFamily="34" charset="0"/>
              <a:buNone/>
            </a:pPr>
            <a:r>
              <a:rPr lang="en-US" sz="1400"/>
              <a:t>Survey data is reliable enough to identify major gaps and guide improvements effectively.</a:t>
            </a:r>
          </a:p>
          <a:p>
            <a:pPr marL="0" indent="0">
              <a:spcBef>
                <a:spcPts val="2500"/>
              </a:spcBef>
              <a:buFont typeface="Arial" panose="020B0604020202020204" pitchFamily="34" charset="0"/>
              <a:buNone/>
            </a:pPr>
            <a:r>
              <a:rPr lang="en-US" sz="1400" b="1"/>
              <a:t>Appropriate Use of Conclusions</a:t>
            </a:r>
          </a:p>
          <a:p>
            <a:pPr marL="0" lvl="1" indent="0">
              <a:buFont typeface="Arial" panose="020B0604020202020204" pitchFamily="34" charset="0"/>
              <a:buNone/>
            </a:pPr>
            <a:r>
              <a:rPr lang="en-US" sz="1400"/>
              <a:t>Conclusions should be used as directional guidance, not precise measurements, to inform decision-making.</a:t>
            </a:r>
          </a:p>
        </p:txBody>
      </p:sp>
      <p:sp>
        <p:nvSpPr>
          <p:cNvPr id="6" name="Slide Number Placeholder 5">
            <a:extLst>
              <a:ext uri="{FF2B5EF4-FFF2-40B4-BE49-F238E27FC236}">
                <a16:creationId xmlns:a16="http://schemas.microsoft.com/office/drawing/2014/main" id="{9213CEFC-A69F-8E45-409D-A0FA829CF2C1}"/>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13</a:t>
            </a:fld>
            <a:endParaRPr lang="en-US"/>
          </a:p>
        </p:txBody>
      </p:sp>
      <p:pic>
        <p:nvPicPr>
          <p:cNvPr id="7" name="Picture 6" descr="SAN MARCOS&#10;&#10;AI-generated content may be incorrect.">
            <a:extLst>
              <a:ext uri="{FF2B5EF4-FFF2-40B4-BE49-F238E27FC236}">
                <a16:creationId xmlns:a16="http://schemas.microsoft.com/office/drawing/2014/main" id="{77BF34B4-CD73-6978-56E9-DD922EB87F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43109" y="-533400"/>
            <a:ext cx="2057400" cy="2057400"/>
          </a:xfrm>
          <a:prstGeom prst="rect">
            <a:avLst/>
          </a:prstGeom>
        </p:spPr>
      </p:pic>
    </p:spTree>
    <p:extLst>
      <p:ext uri="{BB962C8B-B14F-4D97-AF65-F5344CB8AC3E}">
        <p14:creationId xmlns:p14="http://schemas.microsoft.com/office/powerpoint/2010/main" val="263741736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A3643A-A712-133F-D5C7-D36BB0E6540A}"/>
              </a:ext>
            </a:extLst>
          </p:cNvPr>
          <p:cNvSpPr>
            <a:spLocks noGrp="1"/>
          </p:cNvSpPr>
          <p:nvPr>
            <p:ph type="title"/>
          </p:nvPr>
        </p:nvSpPr>
        <p:spPr>
          <a:xfrm>
            <a:off x="457200" y="2968607"/>
            <a:ext cx="8932653" cy="3450568"/>
          </a:xfrm>
        </p:spPr>
        <p:txBody>
          <a:bodyPr anchor="b">
            <a:normAutofit/>
          </a:bodyPr>
          <a:lstStyle/>
          <a:p>
            <a:r>
              <a:rPr lang="en-US"/>
              <a:t>Findings and Strategic Insights</a:t>
            </a:r>
          </a:p>
        </p:txBody>
      </p:sp>
      <p:sp>
        <p:nvSpPr>
          <p:cNvPr id="6" name="Slide Number Placeholder 5">
            <a:extLst>
              <a:ext uri="{FF2B5EF4-FFF2-40B4-BE49-F238E27FC236}">
                <a16:creationId xmlns:a16="http://schemas.microsoft.com/office/drawing/2014/main" id="{02F1B224-8380-0433-3624-5B816E5E4C22}"/>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14</a:t>
            </a:fld>
            <a:endParaRPr lang="en-US"/>
          </a:p>
        </p:txBody>
      </p:sp>
      <p:pic>
        <p:nvPicPr>
          <p:cNvPr id="3" name="Picture 2" descr="SAN MARCOS&#10;&#10;AI-generated content may be incorrect.">
            <a:extLst>
              <a:ext uri="{FF2B5EF4-FFF2-40B4-BE49-F238E27FC236}">
                <a16:creationId xmlns:a16="http://schemas.microsoft.com/office/drawing/2014/main" id="{642D60AE-E505-FA66-4A4C-5CC8A567082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43109" y="-533400"/>
            <a:ext cx="2057400" cy="2057400"/>
          </a:xfrm>
          <a:prstGeom prst="rect">
            <a:avLst/>
          </a:prstGeom>
        </p:spPr>
      </p:pic>
    </p:spTree>
    <p:extLst>
      <p:ext uri="{BB962C8B-B14F-4D97-AF65-F5344CB8AC3E}">
        <p14:creationId xmlns:p14="http://schemas.microsoft.com/office/powerpoint/2010/main" val="129616811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BD8E89-9B34-FC88-9E6D-682D2A1B0620}"/>
              </a:ext>
            </a:extLst>
          </p:cNvPr>
          <p:cNvSpPr>
            <a:spLocks noGrp="1"/>
          </p:cNvSpPr>
          <p:nvPr>
            <p:ph type="title"/>
          </p:nvPr>
        </p:nvSpPr>
        <p:spPr>
          <a:xfrm>
            <a:off x="457200" y="720473"/>
            <a:ext cx="3664107" cy="3864052"/>
          </a:xfrm>
        </p:spPr>
        <p:txBody>
          <a:bodyPr anchor="t">
            <a:normAutofit/>
          </a:bodyPr>
          <a:lstStyle/>
          <a:p>
            <a:r>
              <a:rPr lang="en-US" dirty="0"/>
              <a:t>Importance–Performance Gap Analysis</a:t>
            </a:r>
          </a:p>
        </p:txBody>
      </p:sp>
      <p:sp>
        <p:nvSpPr>
          <p:cNvPr id="3" name="Content Placeholder 2">
            <a:extLst>
              <a:ext uri="{FF2B5EF4-FFF2-40B4-BE49-F238E27FC236}">
                <a16:creationId xmlns:a16="http://schemas.microsoft.com/office/drawing/2014/main" id="{F645AF10-6BA5-FEA6-350F-5EC8B38D7DEB}"/>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27320" y="2286000"/>
            <a:ext cx="6309360" cy="4042792"/>
          </a:xfrm>
        </p:spPr>
        <p:txBody>
          <a:bodyPr>
            <a:normAutofit lnSpcReduction="10000"/>
          </a:bodyPr>
          <a:lstStyle/>
          <a:p>
            <a:pPr marL="0" indent="0">
              <a:spcBef>
                <a:spcPts val="2500"/>
              </a:spcBef>
              <a:buFont typeface="Arial" panose="020B0604020202020204" pitchFamily="34" charset="0"/>
              <a:buNone/>
            </a:pPr>
            <a:r>
              <a:rPr lang="en-US" sz="1400" b="1" dirty="0"/>
              <a:t>Understanding Gap Analysis</a:t>
            </a:r>
          </a:p>
          <a:p>
            <a:pPr marL="0" lvl="1" indent="0">
              <a:buFont typeface="Arial" panose="020B0604020202020204" pitchFamily="34" charset="0"/>
              <a:buNone/>
            </a:pPr>
            <a:r>
              <a:rPr lang="en-US" sz="1400" dirty="0"/>
              <a:t>Gap analysis compares importance and performance to identify misalignments in service delivery.</a:t>
            </a:r>
          </a:p>
          <a:p>
            <a:pPr marL="0" indent="0">
              <a:spcBef>
                <a:spcPts val="2500"/>
              </a:spcBef>
              <a:buFont typeface="Arial" panose="020B0604020202020204" pitchFamily="34" charset="0"/>
              <a:buNone/>
            </a:pPr>
            <a:r>
              <a:rPr lang="en-US" sz="1400" b="1" dirty="0"/>
              <a:t>Positive Gap Implications</a:t>
            </a:r>
          </a:p>
          <a:p>
            <a:pPr marL="0" lvl="1" indent="0">
              <a:buFont typeface="Arial" panose="020B0604020202020204" pitchFamily="34" charset="0"/>
              <a:buNone/>
            </a:pPr>
            <a:r>
              <a:rPr lang="en-US" sz="1400" dirty="0"/>
              <a:t>Positive gaps show performance exceeds importance, indicating possible over-investment in those areas.</a:t>
            </a:r>
          </a:p>
          <a:p>
            <a:pPr marL="0" indent="0">
              <a:spcBef>
                <a:spcPts val="2500"/>
              </a:spcBef>
              <a:buFont typeface="Arial" panose="020B0604020202020204" pitchFamily="34" charset="0"/>
              <a:buNone/>
            </a:pPr>
            <a:r>
              <a:rPr lang="en-US" sz="1400" b="1" dirty="0"/>
              <a:t>Negative Gap Significance</a:t>
            </a:r>
          </a:p>
          <a:p>
            <a:pPr marL="0" lvl="1" indent="0">
              <a:buFont typeface="Arial" panose="020B0604020202020204" pitchFamily="34" charset="0"/>
              <a:buNone/>
            </a:pPr>
            <a:r>
              <a:rPr lang="en-US" sz="1400" dirty="0"/>
              <a:t>Negative gaps highlight underperformance in critical areas valued by customers.</a:t>
            </a:r>
          </a:p>
          <a:p>
            <a:pPr marL="0" indent="0">
              <a:spcBef>
                <a:spcPts val="2500"/>
              </a:spcBef>
              <a:buFont typeface="Arial" panose="020B0604020202020204" pitchFamily="34" charset="0"/>
              <a:buNone/>
            </a:pPr>
            <a:r>
              <a:rPr lang="en-US" sz="1400" b="1" dirty="0"/>
              <a:t>Actionable Insights</a:t>
            </a:r>
          </a:p>
          <a:p>
            <a:pPr marL="0" lvl="1" indent="0">
              <a:buFont typeface="Arial" panose="020B0604020202020204" pitchFamily="34" charset="0"/>
              <a:buNone/>
            </a:pPr>
            <a:r>
              <a:rPr lang="en-US" sz="1400" dirty="0"/>
              <a:t>Gap analysis transforms survey data into prioritized actions to address key mismatches effectively.</a:t>
            </a:r>
          </a:p>
        </p:txBody>
      </p:sp>
      <p:sp>
        <p:nvSpPr>
          <p:cNvPr id="6" name="Slide Number Placeholder 5">
            <a:extLst>
              <a:ext uri="{FF2B5EF4-FFF2-40B4-BE49-F238E27FC236}">
                <a16:creationId xmlns:a16="http://schemas.microsoft.com/office/drawing/2014/main" id="{48099330-B39F-EC23-A863-BAF54A99CFBB}"/>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15</a:t>
            </a:fld>
            <a:endParaRPr lang="en-US"/>
          </a:p>
        </p:txBody>
      </p:sp>
      <p:graphicFrame>
        <p:nvGraphicFramePr>
          <p:cNvPr id="7" name="Table 6">
            <a:extLst>
              <a:ext uri="{FF2B5EF4-FFF2-40B4-BE49-F238E27FC236}">
                <a16:creationId xmlns:a16="http://schemas.microsoft.com/office/drawing/2014/main" id="{ACEA6EE8-0445-A5A9-0805-BBA656255634}"/>
              </a:ext>
            </a:extLst>
          </p:cNvPr>
          <p:cNvGraphicFramePr>
            <a:graphicFrameLocks noGrp="1"/>
          </p:cNvGraphicFramePr>
          <p:nvPr>
            <p:extLst>
              <p:ext uri="{D42A27DB-BD31-4B8C-83A1-F6EECF244321}">
                <p14:modId xmlns:p14="http://schemas.microsoft.com/office/powerpoint/2010/main" val="2006934534"/>
              </p:ext>
            </p:extLst>
          </p:nvPr>
        </p:nvGraphicFramePr>
        <p:xfrm>
          <a:off x="5334000" y="720473"/>
          <a:ext cx="5943600" cy="1371600"/>
        </p:xfrm>
        <a:graphic>
          <a:graphicData uri="http://schemas.openxmlformats.org/drawingml/2006/table">
            <a:tbl>
              <a:tblPr firstRow="1" firstCol="1" bandRow="1">
                <a:tableStyleId>{5C22544A-7EE6-4342-B048-85BDC9FD1C3A}</a:tableStyleId>
              </a:tblPr>
              <a:tblGrid>
                <a:gridCol w="1485900">
                  <a:extLst>
                    <a:ext uri="{9D8B030D-6E8A-4147-A177-3AD203B41FA5}">
                      <a16:colId xmlns:a16="http://schemas.microsoft.com/office/drawing/2014/main" val="1640319257"/>
                    </a:ext>
                  </a:extLst>
                </a:gridCol>
                <a:gridCol w="1485900">
                  <a:extLst>
                    <a:ext uri="{9D8B030D-6E8A-4147-A177-3AD203B41FA5}">
                      <a16:colId xmlns:a16="http://schemas.microsoft.com/office/drawing/2014/main" val="131202114"/>
                    </a:ext>
                  </a:extLst>
                </a:gridCol>
                <a:gridCol w="1485900">
                  <a:extLst>
                    <a:ext uri="{9D8B030D-6E8A-4147-A177-3AD203B41FA5}">
                      <a16:colId xmlns:a16="http://schemas.microsoft.com/office/drawing/2014/main" val="3932365864"/>
                    </a:ext>
                  </a:extLst>
                </a:gridCol>
                <a:gridCol w="1485900">
                  <a:extLst>
                    <a:ext uri="{9D8B030D-6E8A-4147-A177-3AD203B41FA5}">
                      <a16:colId xmlns:a16="http://schemas.microsoft.com/office/drawing/2014/main" val="4190699520"/>
                    </a:ext>
                  </a:extLst>
                </a:gridCol>
              </a:tblGrid>
              <a:tr h="0">
                <a:tc>
                  <a:txBody>
                    <a:bodyPr/>
                    <a:lstStyle/>
                    <a:p>
                      <a:pPr marL="0" marR="0">
                        <a:buNone/>
                      </a:pPr>
                      <a:r>
                        <a:rPr lang="en-US" sz="1000" kern="100">
                          <a:effectLst/>
                        </a:rPr>
                        <a:t>Attribute</a:t>
                      </a:r>
                      <a:endParaRPr lang="en-US" sz="1000" kern="100">
                        <a:effectLst/>
                        <a:latin typeface="Arial" panose="020B0604020202020204" pitchFamily="34" charset="0"/>
                        <a:ea typeface="Arial" panose="020B0604020202020204" pitchFamily="34" charset="0"/>
                      </a:endParaRPr>
                    </a:p>
                  </a:txBody>
                  <a:tcPr marL="68580" marR="68580" marT="0" marB="0"/>
                </a:tc>
                <a:tc>
                  <a:txBody>
                    <a:bodyPr/>
                    <a:lstStyle/>
                    <a:p>
                      <a:pPr marL="0" marR="0" algn="ctr">
                        <a:buNone/>
                      </a:pPr>
                      <a:r>
                        <a:rPr lang="en-US" sz="1000" kern="100">
                          <a:effectLst/>
                        </a:rPr>
                        <a:t>Mean Perf.</a:t>
                      </a:r>
                      <a:endParaRPr lang="en-US" sz="1000" kern="100">
                        <a:effectLst/>
                        <a:latin typeface="Arial" panose="020B0604020202020204" pitchFamily="34" charset="0"/>
                        <a:ea typeface="Arial" panose="020B0604020202020204" pitchFamily="34" charset="0"/>
                      </a:endParaRPr>
                    </a:p>
                  </a:txBody>
                  <a:tcPr marL="68580" marR="68580" marT="0" marB="0"/>
                </a:tc>
                <a:tc>
                  <a:txBody>
                    <a:bodyPr/>
                    <a:lstStyle/>
                    <a:p>
                      <a:pPr marL="0" marR="0" algn="ctr">
                        <a:buNone/>
                      </a:pPr>
                      <a:r>
                        <a:rPr lang="en-US" sz="1000" kern="100">
                          <a:effectLst/>
                        </a:rPr>
                        <a:t>Mean Imp.</a:t>
                      </a:r>
                      <a:endParaRPr lang="en-US" sz="1000" kern="100">
                        <a:effectLst/>
                        <a:latin typeface="Arial" panose="020B0604020202020204" pitchFamily="34" charset="0"/>
                        <a:ea typeface="Arial" panose="020B0604020202020204" pitchFamily="34" charset="0"/>
                      </a:endParaRPr>
                    </a:p>
                  </a:txBody>
                  <a:tcPr marL="68580" marR="68580" marT="0" marB="0"/>
                </a:tc>
                <a:tc>
                  <a:txBody>
                    <a:bodyPr/>
                    <a:lstStyle/>
                    <a:p>
                      <a:pPr marL="0" marR="0" algn="ctr">
                        <a:buNone/>
                      </a:pPr>
                      <a:r>
                        <a:rPr lang="en-US" sz="1000" kern="100">
                          <a:effectLst/>
                        </a:rPr>
                        <a:t>Quadrant</a:t>
                      </a:r>
                      <a:endParaRPr lang="en-US" sz="1000" kern="100">
                        <a:effectLst/>
                        <a:latin typeface="Arial" panose="020B0604020202020204" pitchFamily="34" charset="0"/>
                        <a:ea typeface="Arial" panose="020B0604020202020204" pitchFamily="34" charset="0"/>
                      </a:endParaRPr>
                    </a:p>
                  </a:txBody>
                  <a:tcPr marL="68580" marR="68580" marT="0" marB="0"/>
                </a:tc>
                <a:extLst>
                  <a:ext uri="{0D108BD9-81ED-4DB2-BD59-A6C34878D82A}">
                    <a16:rowId xmlns:a16="http://schemas.microsoft.com/office/drawing/2014/main" val="1328633853"/>
                  </a:ext>
                </a:extLst>
              </a:tr>
              <a:tr h="0">
                <a:tc>
                  <a:txBody>
                    <a:bodyPr/>
                    <a:lstStyle/>
                    <a:p>
                      <a:pPr marL="0" marR="0">
                        <a:buNone/>
                      </a:pPr>
                      <a:r>
                        <a:rPr lang="en-US" sz="1000" kern="100">
                          <a:effectLst/>
                        </a:rPr>
                        <a:t>Speed of Service</a:t>
                      </a:r>
                      <a:endParaRPr lang="en-US" sz="1000" kern="100">
                        <a:effectLst/>
                        <a:latin typeface="Arial" panose="020B0604020202020204" pitchFamily="34" charset="0"/>
                        <a:ea typeface="Arial" panose="020B0604020202020204" pitchFamily="34" charset="0"/>
                      </a:endParaRPr>
                    </a:p>
                  </a:txBody>
                  <a:tcPr marL="68580" marR="68580" marT="0" marB="0"/>
                </a:tc>
                <a:tc>
                  <a:txBody>
                    <a:bodyPr/>
                    <a:lstStyle/>
                    <a:p>
                      <a:pPr marL="0" marR="0" algn="ctr">
                        <a:buNone/>
                      </a:pPr>
                      <a:r>
                        <a:rPr lang="en-US" sz="1000" kern="100">
                          <a:effectLst/>
                        </a:rPr>
                        <a:t>3.27</a:t>
                      </a:r>
                      <a:endParaRPr lang="en-US" sz="1000" kern="100">
                        <a:effectLst/>
                        <a:latin typeface="Arial" panose="020B0604020202020204" pitchFamily="34" charset="0"/>
                        <a:ea typeface="Arial" panose="020B0604020202020204" pitchFamily="34" charset="0"/>
                      </a:endParaRPr>
                    </a:p>
                  </a:txBody>
                  <a:tcPr marL="68580" marR="68580" marT="0" marB="0"/>
                </a:tc>
                <a:tc>
                  <a:txBody>
                    <a:bodyPr/>
                    <a:lstStyle/>
                    <a:p>
                      <a:pPr marL="0" marR="0" algn="ctr">
                        <a:buNone/>
                      </a:pPr>
                      <a:r>
                        <a:rPr lang="en-US" sz="1000" kern="100">
                          <a:effectLst/>
                        </a:rPr>
                        <a:t>4.70</a:t>
                      </a:r>
                      <a:endParaRPr lang="en-US" sz="1000" kern="100">
                        <a:effectLst/>
                        <a:latin typeface="Arial" panose="020B0604020202020204" pitchFamily="34" charset="0"/>
                        <a:ea typeface="Arial" panose="020B0604020202020204" pitchFamily="34" charset="0"/>
                      </a:endParaRPr>
                    </a:p>
                  </a:txBody>
                  <a:tcPr marL="68580" marR="68580" marT="0" marB="0"/>
                </a:tc>
                <a:tc>
                  <a:txBody>
                    <a:bodyPr/>
                    <a:lstStyle/>
                    <a:p>
                      <a:pPr marL="0" marR="0">
                        <a:buNone/>
                      </a:pPr>
                      <a:r>
                        <a:rPr lang="en-US" sz="1000" kern="100">
                          <a:effectLst/>
                        </a:rPr>
                        <a:t>Concentrate Here</a:t>
                      </a:r>
                      <a:endParaRPr lang="en-US" sz="1000" kern="100">
                        <a:effectLst/>
                        <a:latin typeface="Arial" panose="020B0604020202020204" pitchFamily="34" charset="0"/>
                        <a:ea typeface="Arial" panose="020B0604020202020204" pitchFamily="34" charset="0"/>
                      </a:endParaRPr>
                    </a:p>
                  </a:txBody>
                  <a:tcPr marL="68580" marR="68580" marT="0" marB="0"/>
                </a:tc>
                <a:extLst>
                  <a:ext uri="{0D108BD9-81ED-4DB2-BD59-A6C34878D82A}">
                    <a16:rowId xmlns:a16="http://schemas.microsoft.com/office/drawing/2014/main" val="4027882142"/>
                  </a:ext>
                </a:extLst>
              </a:tr>
              <a:tr h="0">
                <a:tc>
                  <a:txBody>
                    <a:bodyPr/>
                    <a:lstStyle/>
                    <a:p>
                      <a:pPr marL="0" marR="0">
                        <a:buNone/>
                      </a:pPr>
                      <a:r>
                        <a:rPr lang="en-US" sz="1000" kern="100">
                          <a:effectLst/>
                        </a:rPr>
                        <a:t>Beverage Quality</a:t>
                      </a:r>
                      <a:endParaRPr lang="en-US" sz="1000" kern="100">
                        <a:effectLst/>
                        <a:latin typeface="Arial" panose="020B0604020202020204" pitchFamily="34" charset="0"/>
                        <a:ea typeface="Arial" panose="020B0604020202020204" pitchFamily="34" charset="0"/>
                      </a:endParaRPr>
                    </a:p>
                  </a:txBody>
                  <a:tcPr marL="68580" marR="68580" marT="0" marB="0"/>
                </a:tc>
                <a:tc>
                  <a:txBody>
                    <a:bodyPr/>
                    <a:lstStyle/>
                    <a:p>
                      <a:pPr marL="0" marR="0" algn="ctr">
                        <a:buNone/>
                      </a:pPr>
                      <a:r>
                        <a:rPr lang="en-US" sz="1000" kern="100">
                          <a:effectLst/>
                        </a:rPr>
                        <a:t>4.53</a:t>
                      </a:r>
                      <a:endParaRPr lang="en-US" sz="1000" kern="100">
                        <a:effectLst/>
                        <a:latin typeface="Arial" panose="020B0604020202020204" pitchFamily="34" charset="0"/>
                        <a:ea typeface="Arial" panose="020B0604020202020204" pitchFamily="34" charset="0"/>
                      </a:endParaRPr>
                    </a:p>
                  </a:txBody>
                  <a:tcPr marL="68580" marR="68580" marT="0" marB="0"/>
                </a:tc>
                <a:tc>
                  <a:txBody>
                    <a:bodyPr/>
                    <a:lstStyle/>
                    <a:p>
                      <a:pPr marL="0" marR="0" algn="ctr">
                        <a:buNone/>
                      </a:pPr>
                      <a:r>
                        <a:rPr lang="en-US" sz="1000" kern="100">
                          <a:effectLst/>
                        </a:rPr>
                        <a:t>4.87</a:t>
                      </a:r>
                      <a:endParaRPr lang="en-US" sz="1000" kern="100">
                        <a:effectLst/>
                        <a:latin typeface="Arial" panose="020B0604020202020204" pitchFamily="34" charset="0"/>
                        <a:ea typeface="Arial" panose="020B0604020202020204" pitchFamily="34" charset="0"/>
                      </a:endParaRPr>
                    </a:p>
                  </a:txBody>
                  <a:tcPr marL="68580" marR="68580" marT="0" marB="0"/>
                </a:tc>
                <a:tc>
                  <a:txBody>
                    <a:bodyPr/>
                    <a:lstStyle/>
                    <a:p>
                      <a:pPr marL="0" marR="0">
                        <a:buNone/>
                      </a:pPr>
                      <a:r>
                        <a:rPr lang="en-US" sz="1000" kern="100">
                          <a:effectLst/>
                        </a:rPr>
                        <a:t>Keep Up the Good Work</a:t>
                      </a:r>
                      <a:endParaRPr lang="en-US" sz="1000" kern="100">
                        <a:effectLst/>
                        <a:latin typeface="Arial" panose="020B0604020202020204" pitchFamily="34" charset="0"/>
                        <a:ea typeface="Arial" panose="020B0604020202020204" pitchFamily="34" charset="0"/>
                      </a:endParaRPr>
                    </a:p>
                  </a:txBody>
                  <a:tcPr marL="68580" marR="68580" marT="0" marB="0"/>
                </a:tc>
                <a:extLst>
                  <a:ext uri="{0D108BD9-81ED-4DB2-BD59-A6C34878D82A}">
                    <a16:rowId xmlns:a16="http://schemas.microsoft.com/office/drawing/2014/main" val="2140853791"/>
                  </a:ext>
                </a:extLst>
              </a:tr>
              <a:tr h="0">
                <a:tc>
                  <a:txBody>
                    <a:bodyPr/>
                    <a:lstStyle/>
                    <a:p>
                      <a:pPr marL="0" marR="0">
                        <a:buNone/>
                      </a:pPr>
                      <a:r>
                        <a:rPr lang="en-US" sz="1000" kern="100">
                          <a:effectLst/>
                        </a:rPr>
                        <a:t>Staff Friendliness</a:t>
                      </a:r>
                      <a:endParaRPr lang="en-US" sz="1000" kern="100">
                        <a:effectLst/>
                        <a:latin typeface="Arial" panose="020B0604020202020204" pitchFamily="34" charset="0"/>
                        <a:ea typeface="Arial" panose="020B0604020202020204" pitchFamily="34" charset="0"/>
                      </a:endParaRPr>
                    </a:p>
                  </a:txBody>
                  <a:tcPr marL="68580" marR="68580" marT="0" marB="0"/>
                </a:tc>
                <a:tc>
                  <a:txBody>
                    <a:bodyPr/>
                    <a:lstStyle/>
                    <a:p>
                      <a:pPr marL="0" marR="0" algn="ctr">
                        <a:buNone/>
                      </a:pPr>
                      <a:r>
                        <a:rPr lang="en-US" sz="1000" kern="100">
                          <a:effectLst/>
                        </a:rPr>
                        <a:t>4.60</a:t>
                      </a:r>
                      <a:endParaRPr lang="en-US" sz="1000" kern="100">
                        <a:effectLst/>
                        <a:latin typeface="Arial" panose="020B0604020202020204" pitchFamily="34" charset="0"/>
                        <a:ea typeface="Arial" panose="020B0604020202020204" pitchFamily="34" charset="0"/>
                      </a:endParaRPr>
                    </a:p>
                  </a:txBody>
                  <a:tcPr marL="68580" marR="68580" marT="0" marB="0"/>
                </a:tc>
                <a:tc>
                  <a:txBody>
                    <a:bodyPr/>
                    <a:lstStyle/>
                    <a:p>
                      <a:pPr marL="0" marR="0" algn="ctr">
                        <a:buNone/>
                      </a:pPr>
                      <a:r>
                        <a:rPr lang="en-US" sz="1000" kern="100">
                          <a:effectLst/>
                        </a:rPr>
                        <a:t>4.60</a:t>
                      </a:r>
                      <a:endParaRPr lang="en-US" sz="1000" kern="100">
                        <a:effectLst/>
                        <a:latin typeface="Arial" panose="020B0604020202020204" pitchFamily="34" charset="0"/>
                        <a:ea typeface="Arial" panose="020B0604020202020204" pitchFamily="34" charset="0"/>
                      </a:endParaRPr>
                    </a:p>
                  </a:txBody>
                  <a:tcPr marL="68580" marR="68580" marT="0" marB="0"/>
                </a:tc>
                <a:tc>
                  <a:txBody>
                    <a:bodyPr/>
                    <a:lstStyle/>
                    <a:p>
                      <a:pPr marL="0" marR="0">
                        <a:buNone/>
                      </a:pPr>
                      <a:r>
                        <a:rPr lang="en-US" sz="1000" kern="100">
                          <a:effectLst/>
                        </a:rPr>
                        <a:t>Keep Up the Good Work</a:t>
                      </a:r>
                      <a:endParaRPr lang="en-US" sz="1000" kern="100">
                        <a:effectLst/>
                        <a:latin typeface="Arial" panose="020B0604020202020204" pitchFamily="34" charset="0"/>
                        <a:ea typeface="Arial" panose="020B0604020202020204" pitchFamily="34" charset="0"/>
                      </a:endParaRPr>
                    </a:p>
                  </a:txBody>
                  <a:tcPr marL="68580" marR="68580" marT="0" marB="0"/>
                </a:tc>
                <a:extLst>
                  <a:ext uri="{0D108BD9-81ED-4DB2-BD59-A6C34878D82A}">
                    <a16:rowId xmlns:a16="http://schemas.microsoft.com/office/drawing/2014/main" val="3716147080"/>
                  </a:ext>
                </a:extLst>
              </a:tr>
              <a:tr h="0">
                <a:tc>
                  <a:txBody>
                    <a:bodyPr/>
                    <a:lstStyle/>
                    <a:p>
                      <a:pPr marL="0" marR="0">
                        <a:buNone/>
                      </a:pPr>
                      <a:r>
                        <a:rPr lang="en-US" sz="1000" kern="100">
                          <a:effectLst/>
                        </a:rPr>
                        <a:t>Cleanliness</a:t>
                      </a:r>
                      <a:endParaRPr lang="en-US" sz="1000" kern="100">
                        <a:effectLst/>
                        <a:latin typeface="Arial" panose="020B0604020202020204" pitchFamily="34" charset="0"/>
                        <a:ea typeface="Arial" panose="020B0604020202020204" pitchFamily="34" charset="0"/>
                      </a:endParaRPr>
                    </a:p>
                  </a:txBody>
                  <a:tcPr marL="68580" marR="68580" marT="0" marB="0"/>
                </a:tc>
                <a:tc>
                  <a:txBody>
                    <a:bodyPr/>
                    <a:lstStyle/>
                    <a:p>
                      <a:pPr marL="0" marR="0" algn="ctr">
                        <a:buNone/>
                      </a:pPr>
                      <a:r>
                        <a:rPr lang="en-US" sz="1000" kern="100">
                          <a:effectLst/>
                        </a:rPr>
                        <a:t>4.40</a:t>
                      </a:r>
                      <a:endParaRPr lang="en-US" sz="1000" kern="100">
                        <a:effectLst/>
                        <a:latin typeface="Arial" panose="020B0604020202020204" pitchFamily="34" charset="0"/>
                        <a:ea typeface="Arial" panose="020B0604020202020204" pitchFamily="34" charset="0"/>
                      </a:endParaRPr>
                    </a:p>
                  </a:txBody>
                  <a:tcPr marL="68580" marR="68580" marT="0" marB="0"/>
                </a:tc>
                <a:tc>
                  <a:txBody>
                    <a:bodyPr/>
                    <a:lstStyle/>
                    <a:p>
                      <a:pPr marL="0" marR="0" algn="ctr">
                        <a:buNone/>
                      </a:pPr>
                      <a:r>
                        <a:rPr lang="en-US" sz="1000" kern="100">
                          <a:effectLst/>
                        </a:rPr>
                        <a:t>4.67</a:t>
                      </a:r>
                      <a:endParaRPr lang="en-US" sz="1000" kern="100">
                        <a:effectLst/>
                        <a:latin typeface="Arial" panose="020B0604020202020204" pitchFamily="34" charset="0"/>
                        <a:ea typeface="Arial" panose="020B0604020202020204" pitchFamily="34" charset="0"/>
                      </a:endParaRPr>
                    </a:p>
                  </a:txBody>
                  <a:tcPr marL="68580" marR="68580" marT="0" marB="0"/>
                </a:tc>
                <a:tc>
                  <a:txBody>
                    <a:bodyPr/>
                    <a:lstStyle/>
                    <a:p>
                      <a:pPr marL="0" marR="0">
                        <a:buNone/>
                      </a:pPr>
                      <a:r>
                        <a:rPr lang="en-US" sz="1000" kern="100">
                          <a:effectLst/>
                        </a:rPr>
                        <a:t>Keep Up the Good Work</a:t>
                      </a:r>
                      <a:endParaRPr lang="en-US" sz="1000" kern="100">
                        <a:effectLst/>
                        <a:latin typeface="Arial" panose="020B0604020202020204" pitchFamily="34" charset="0"/>
                        <a:ea typeface="Arial" panose="020B0604020202020204" pitchFamily="34" charset="0"/>
                      </a:endParaRPr>
                    </a:p>
                  </a:txBody>
                  <a:tcPr marL="68580" marR="68580" marT="0" marB="0"/>
                </a:tc>
                <a:extLst>
                  <a:ext uri="{0D108BD9-81ED-4DB2-BD59-A6C34878D82A}">
                    <a16:rowId xmlns:a16="http://schemas.microsoft.com/office/drawing/2014/main" val="2925859975"/>
                  </a:ext>
                </a:extLst>
              </a:tr>
              <a:tr h="0">
                <a:tc>
                  <a:txBody>
                    <a:bodyPr/>
                    <a:lstStyle/>
                    <a:p>
                      <a:pPr marL="0" marR="0">
                        <a:buNone/>
                      </a:pPr>
                      <a:r>
                        <a:rPr lang="en-US" sz="1000" kern="100">
                          <a:effectLst/>
                        </a:rPr>
                        <a:t>Value for Money</a:t>
                      </a:r>
                      <a:endParaRPr lang="en-US" sz="1000" kern="100">
                        <a:effectLst/>
                        <a:latin typeface="Arial" panose="020B0604020202020204" pitchFamily="34" charset="0"/>
                        <a:ea typeface="Arial" panose="020B0604020202020204" pitchFamily="34" charset="0"/>
                      </a:endParaRPr>
                    </a:p>
                  </a:txBody>
                  <a:tcPr marL="68580" marR="68580" marT="0" marB="0"/>
                </a:tc>
                <a:tc>
                  <a:txBody>
                    <a:bodyPr/>
                    <a:lstStyle/>
                    <a:p>
                      <a:pPr marL="0" marR="0" algn="ctr">
                        <a:buNone/>
                      </a:pPr>
                      <a:r>
                        <a:rPr lang="en-US" sz="1000" kern="100">
                          <a:effectLst/>
                        </a:rPr>
                        <a:t>3.57</a:t>
                      </a:r>
                      <a:endParaRPr lang="en-US" sz="1000" kern="100">
                        <a:effectLst/>
                        <a:latin typeface="Arial" panose="020B0604020202020204" pitchFamily="34" charset="0"/>
                        <a:ea typeface="Arial" panose="020B0604020202020204" pitchFamily="34" charset="0"/>
                      </a:endParaRPr>
                    </a:p>
                  </a:txBody>
                  <a:tcPr marL="68580" marR="68580" marT="0" marB="0"/>
                </a:tc>
                <a:tc>
                  <a:txBody>
                    <a:bodyPr/>
                    <a:lstStyle/>
                    <a:p>
                      <a:pPr marL="0" marR="0" algn="ctr">
                        <a:buNone/>
                      </a:pPr>
                      <a:r>
                        <a:rPr lang="en-US" sz="1000" kern="100" dirty="0">
                          <a:effectLst/>
                        </a:rPr>
                        <a:t>4.20</a:t>
                      </a:r>
                      <a:endParaRPr lang="en-US" sz="1000" kern="100" dirty="0">
                        <a:effectLst/>
                        <a:latin typeface="Arial" panose="020B0604020202020204" pitchFamily="34" charset="0"/>
                        <a:ea typeface="Arial" panose="020B0604020202020204" pitchFamily="34" charset="0"/>
                      </a:endParaRPr>
                    </a:p>
                  </a:txBody>
                  <a:tcPr marL="68580" marR="68580" marT="0" marB="0"/>
                </a:tc>
                <a:tc>
                  <a:txBody>
                    <a:bodyPr/>
                    <a:lstStyle/>
                    <a:p>
                      <a:pPr marL="0" marR="0">
                        <a:buNone/>
                      </a:pPr>
                      <a:r>
                        <a:rPr lang="en-US" sz="1000" kern="100">
                          <a:effectLst/>
                        </a:rPr>
                        <a:t>Who Cares (borderline)</a:t>
                      </a:r>
                      <a:endParaRPr lang="en-US" sz="1000" kern="100">
                        <a:effectLst/>
                        <a:latin typeface="Arial" panose="020B0604020202020204" pitchFamily="34" charset="0"/>
                        <a:ea typeface="Arial" panose="020B0604020202020204" pitchFamily="34" charset="0"/>
                      </a:endParaRPr>
                    </a:p>
                  </a:txBody>
                  <a:tcPr marL="68580" marR="68580" marT="0" marB="0"/>
                </a:tc>
                <a:extLst>
                  <a:ext uri="{0D108BD9-81ED-4DB2-BD59-A6C34878D82A}">
                    <a16:rowId xmlns:a16="http://schemas.microsoft.com/office/drawing/2014/main" val="2232139645"/>
                  </a:ext>
                </a:extLst>
              </a:tr>
              <a:tr h="0">
                <a:tc>
                  <a:txBody>
                    <a:bodyPr/>
                    <a:lstStyle/>
                    <a:p>
                      <a:pPr marL="0" marR="0">
                        <a:buNone/>
                      </a:pPr>
                      <a:r>
                        <a:rPr lang="en-US" sz="1000" kern="100">
                          <a:effectLst/>
                        </a:rPr>
                        <a:t>WiFi &amp; Ambiance</a:t>
                      </a:r>
                      <a:endParaRPr lang="en-US" sz="1000" kern="100">
                        <a:effectLst/>
                        <a:latin typeface="Arial" panose="020B0604020202020204" pitchFamily="34" charset="0"/>
                        <a:ea typeface="Arial" panose="020B0604020202020204" pitchFamily="34" charset="0"/>
                      </a:endParaRPr>
                    </a:p>
                  </a:txBody>
                  <a:tcPr marL="68580" marR="68580" marT="0" marB="0"/>
                </a:tc>
                <a:tc>
                  <a:txBody>
                    <a:bodyPr/>
                    <a:lstStyle/>
                    <a:p>
                      <a:pPr marL="0" marR="0" algn="ctr">
                        <a:buNone/>
                      </a:pPr>
                      <a:r>
                        <a:rPr lang="en-US" sz="1000" kern="100">
                          <a:effectLst/>
                        </a:rPr>
                        <a:t>4.17</a:t>
                      </a:r>
                      <a:endParaRPr lang="en-US" sz="1000" kern="100">
                        <a:effectLst/>
                        <a:latin typeface="Arial" panose="020B0604020202020204" pitchFamily="34" charset="0"/>
                        <a:ea typeface="Arial" panose="020B0604020202020204" pitchFamily="34" charset="0"/>
                      </a:endParaRPr>
                    </a:p>
                  </a:txBody>
                  <a:tcPr marL="68580" marR="68580" marT="0" marB="0"/>
                </a:tc>
                <a:tc>
                  <a:txBody>
                    <a:bodyPr/>
                    <a:lstStyle/>
                    <a:p>
                      <a:pPr marL="0" marR="0" algn="ctr">
                        <a:buNone/>
                      </a:pPr>
                      <a:r>
                        <a:rPr lang="en-US" sz="1000" kern="100">
                          <a:effectLst/>
                        </a:rPr>
                        <a:t>3.53</a:t>
                      </a:r>
                      <a:endParaRPr lang="en-US" sz="1000" kern="100">
                        <a:effectLst/>
                        <a:latin typeface="Arial" panose="020B0604020202020204" pitchFamily="34" charset="0"/>
                        <a:ea typeface="Arial" panose="020B0604020202020204" pitchFamily="34" charset="0"/>
                      </a:endParaRPr>
                    </a:p>
                  </a:txBody>
                  <a:tcPr marL="68580" marR="68580" marT="0" marB="0"/>
                </a:tc>
                <a:tc>
                  <a:txBody>
                    <a:bodyPr/>
                    <a:lstStyle/>
                    <a:p>
                      <a:pPr marL="0" marR="0">
                        <a:buNone/>
                      </a:pPr>
                      <a:r>
                        <a:rPr lang="en-US" sz="1000" kern="100">
                          <a:effectLst/>
                        </a:rPr>
                        <a:t>Possible Overkill</a:t>
                      </a:r>
                      <a:endParaRPr lang="en-US" sz="1000" kern="100">
                        <a:effectLst/>
                        <a:latin typeface="Arial" panose="020B0604020202020204" pitchFamily="34" charset="0"/>
                        <a:ea typeface="Arial" panose="020B0604020202020204" pitchFamily="34" charset="0"/>
                      </a:endParaRPr>
                    </a:p>
                  </a:txBody>
                  <a:tcPr marL="68580" marR="68580" marT="0" marB="0"/>
                </a:tc>
                <a:extLst>
                  <a:ext uri="{0D108BD9-81ED-4DB2-BD59-A6C34878D82A}">
                    <a16:rowId xmlns:a16="http://schemas.microsoft.com/office/drawing/2014/main" val="977040245"/>
                  </a:ext>
                </a:extLst>
              </a:tr>
              <a:tr h="0">
                <a:tc>
                  <a:txBody>
                    <a:bodyPr/>
                    <a:lstStyle/>
                    <a:p>
                      <a:pPr marL="0" marR="0">
                        <a:buNone/>
                      </a:pPr>
                      <a:r>
                        <a:rPr lang="en-US" sz="1000" kern="100">
                          <a:effectLst/>
                        </a:rPr>
                        <a:t>Menu Variety</a:t>
                      </a:r>
                      <a:endParaRPr lang="en-US" sz="1000" kern="100">
                        <a:effectLst/>
                        <a:latin typeface="Arial" panose="020B0604020202020204" pitchFamily="34" charset="0"/>
                        <a:ea typeface="Arial" panose="020B0604020202020204" pitchFamily="34" charset="0"/>
                      </a:endParaRPr>
                    </a:p>
                  </a:txBody>
                  <a:tcPr marL="68580" marR="68580" marT="0" marB="0"/>
                </a:tc>
                <a:tc>
                  <a:txBody>
                    <a:bodyPr/>
                    <a:lstStyle/>
                    <a:p>
                      <a:pPr marL="0" marR="0" algn="ctr">
                        <a:buNone/>
                      </a:pPr>
                      <a:r>
                        <a:rPr lang="en-US" sz="1000" kern="100">
                          <a:effectLst/>
                        </a:rPr>
                        <a:t>3.83</a:t>
                      </a:r>
                      <a:endParaRPr lang="en-US" sz="1000" kern="100">
                        <a:effectLst/>
                        <a:latin typeface="Arial" panose="020B0604020202020204" pitchFamily="34" charset="0"/>
                        <a:ea typeface="Arial" panose="020B0604020202020204" pitchFamily="34" charset="0"/>
                      </a:endParaRPr>
                    </a:p>
                  </a:txBody>
                  <a:tcPr marL="68580" marR="68580" marT="0" marB="0"/>
                </a:tc>
                <a:tc>
                  <a:txBody>
                    <a:bodyPr/>
                    <a:lstStyle/>
                    <a:p>
                      <a:pPr marL="0" marR="0" algn="ctr">
                        <a:buNone/>
                      </a:pPr>
                      <a:r>
                        <a:rPr lang="en-US" sz="1000" kern="100" dirty="0">
                          <a:effectLst/>
                        </a:rPr>
                        <a:t>3.20</a:t>
                      </a:r>
                      <a:endParaRPr lang="en-US" sz="1000" kern="100" dirty="0">
                        <a:effectLst/>
                        <a:latin typeface="Arial" panose="020B0604020202020204" pitchFamily="34" charset="0"/>
                        <a:ea typeface="Arial" panose="020B0604020202020204" pitchFamily="34" charset="0"/>
                      </a:endParaRPr>
                    </a:p>
                  </a:txBody>
                  <a:tcPr marL="68580" marR="68580" marT="0" marB="0"/>
                </a:tc>
                <a:tc>
                  <a:txBody>
                    <a:bodyPr/>
                    <a:lstStyle/>
                    <a:p>
                      <a:pPr marL="0" marR="0">
                        <a:buNone/>
                      </a:pPr>
                      <a:r>
                        <a:rPr lang="en-US" sz="1000" kern="100">
                          <a:effectLst/>
                        </a:rPr>
                        <a:t>Who Cares</a:t>
                      </a:r>
                      <a:endParaRPr lang="en-US" sz="1000" kern="100">
                        <a:effectLst/>
                        <a:latin typeface="Arial" panose="020B0604020202020204" pitchFamily="34" charset="0"/>
                        <a:ea typeface="Arial" panose="020B0604020202020204" pitchFamily="34" charset="0"/>
                      </a:endParaRPr>
                    </a:p>
                  </a:txBody>
                  <a:tcPr marL="68580" marR="68580" marT="0" marB="0"/>
                </a:tc>
                <a:extLst>
                  <a:ext uri="{0D108BD9-81ED-4DB2-BD59-A6C34878D82A}">
                    <a16:rowId xmlns:a16="http://schemas.microsoft.com/office/drawing/2014/main" val="1979666789"/>
                  </a:ext>
                </a:extLst>
              </a:tr>
              <a:tr h="0">
                <a:tc>
                  <a:txBody>
                    <a:bodyPr/>
                    <a:lstStyle/>
                    <a:p>
                      <a:pPr marL="0" marR="0">
                        <a:buNone/>
                      </a:pPr>
                      <a:r>
                        <a:rPr lang="en-US" sz="1000" kern="100" dirty="0">
                          <a:effectLst/>
                        </a:rPr>
                        <a:t>Grand Mean (Cutoff)</a:t>
                      </a:r>
                      <a:endParaRPr lang="en-US" sz="1000" kern="100" dirty="0">
                        <a:effectLst/>
                        <a:latin typeface="Arial" panose="020B0604020202020204" pitchFamily="34" charset="0"/>
                        <a:ea typeface="Arial" panose="020B0604020202020204" pitchFamily="34" charset="0"/>
                      </a:endParaRPr>
                    </a:p>
                  </a:txBody>
                  <a:tcPr marL="68580" marR="68580" marT="0" marB="0"/>
                </a:tc>
                <a:tc>
                  <a:txBody>
                    <a:bodyPr/>
                    <a:lstStyle/>
                    <a:p>
                      <a:pPr marL="0" marR="0" algn="ctr">
                        <a:buNone/>
                      </a:pPr>
                      <a:r>
                        <a:rPr lang="en-US" sz="1000" kern="100" dirty="0">
                          <a:effectLst/>
                        </a:rPr>
                        <a:t>4.05</a:t>
                      </a:r>
                      <a:endParaRPr lang="en-US" sz="1000" kern="100" dirty="0">
                        <a:effectLst/>
                        <a:latin typeface="Arial" panose="020B0604020202020204" pitchFamily="34" charset="0"/>
                        <a:ea typeface="Arial" panose="020B0604020202020204" pitchFamily="34" charset="0"/>
                      </a:endParaRPr>
                    </a:p>
                  </a:txBody>
                  <a:tcPr marL="68580" marR="68580" marT="0" marB="0"/>
                </a:tc>
                <a:tc>
                  <a:txBody>
                    <a:bodyPr/>
                    <a:lstStyle/>
                    <a:p>
                      <a:pPr marL="0" marR="0" algn="ctr">
                        <a:buNone/>
                      </a:pPr>
                      <a:r>
                        <a:rPr lang="en-US" sz="1000" kern="100" dirty="0">
                          <a:effectLst/>
                        </a:rPr>
                        <a:t>4.25</a:t>
                      </a:r>
                      <a:endParaRPr lang="en-US" sz="1000" kern="100" dirty="0">
                        <a:effectLst/>
                        <a:latin typeface="Arial" panose="020B0604020202020204" pitchFamily="34" charset="0"/>
                        <a:ea typeface="Arial" panose="020B0604020202020204" pitchFamily="34" charset="0"/>
                      </a:endParaRPr>
                    </a:p>
                  </a:txBody>
                  <a:tcPr marL="68580" marR="68580" marT="0" marB="0"/>
                </a:tc>
                <a:tc>
                  <a:txBody>
                    <a:bodyPr/>
                    <a:lstStyle/>
                    <a:p>
                      <a:pPr marL="0" marR="0">
                        <a:buNone/>
                      </a:pPr>
                      <a:r>
                        <a:rPr lang="en-US" sz="1000" kern="100" dirty="0">
                          <a:effectLst/>
                        </a:rPr>
                        <a:t>—</a:t>
                      </a:r>
                      <a:endParaRPr lang="en-US" sz="1000" kern="100" dirty="0">
                        <a:effectLst/>
                        <a:latin typeface="Arial" panose="020B0604020202020204" pitchFamily="34" charset="0"/>
                        <a:ea typeface="Arial" panose="020B0604020202020204" pitchFamily="34" charset="0"/>
                      </a:endParaRPr>
                    </a:p>
                  </a:txBody>
                  <a:tcPr marL="68580" marR="68580" marT="0" marB="0"/>
                </a:tc>
                <a:extLst>
                  <a:ext uri="{0D108BD9-81ED-4DB2-BD59-A6C34878D82A}">
                    <a16:rowId xmlns:a16="http://schemas.microsoft.com/office/drawing/2014/main" val="4170403829"/>
                  </a:ext>
                </a:extLst>
              </a:tr>
            </a:tbl>
          </a:graphicData>
        </a:graphic>
      </p:graphicFrame>
      <p:sp>
        <p:nvSpPr>
          <p:cNvPr id="11" name="TextBox 10">
            <a:extLst>
              <a:ext uri="{FF2B5EF4-FFF2-40B4-BE49-F238E27FC236}">
                <a16:creationId xmlns:a16="http://schemas.microsoft.com/office/drawing/2014/main" id="{FF337FE7-4B30-C0FF-E00F-71C06664312A}"/>
              </a:ext>
            </a:extLst>
          </p:cNvPr>
          <p:cNvSpPr txBox="1"/>
          <p:nvPr/>
        </p:nvSpPr>
        <p:spPr>
          <a:xfrm>
            <a:off x="7010400" y="2039779"/>
            <a:ext cx="6100876" cy="246221"/>
          </a:xfrm>
          <a:prstGeom prst="rect">
            <a:avLst/>
          </a:prstGeom>
          <a:noFill/>
        </p:spPr>
        <p:txBody>
          <a:bodyPr wrap="square">
            <a:spAutoFit/>
          </a:bodyPr>
          <a:lstStyle/>
          <a:p>
            <a:r>
              <a:rPr lang="fr-FR" sz="1000" b="1" i="1" dirty="0"/>
              <a:t>Table 1. Performance–Importance Matrix </a:t>
            </a:r>
            <a:r>
              <a:rPr lang="fr-FR" sz="1000" b="1" i="1" dirty="0" err="1"/>
              <a:t>Summary</a:t>
            </a:r>
            <a:endParaRPr lang="en-US" sz="1000" b="1" i="1" dirty="0"/>
          </a:p>
        </p:txBody>
      </p:sp>
      <p:pic>
        <p:nvPicPr>
          <p:cNvPr id="12" name="Picture 11" descr="SAN MARCOS&#10;&#10;AI-generated content may be incorrect.">
            <a:extLst>
              <a:ext uri="{FF2B5EF4-FFF2-40B4-BE49-F238E27FC236}">
                <a16:creationId xmlns:a16="http://schemas.microsoft.com/office/drawing/2014/main" id="{20605FC8-A5FE-EDE4-BA36-EC85271C1B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668000" y="-457200"/>
            <a:ext cx="1632509" cy="1632509"/>
          </a:xfrm>
          <a:prstGeom prst="rect">
            <a:avLst/>
          </a:prstGeom>
        </p:spPr>
      </p:pic>
    </p:spTree>
    <p:extLst>
      <p:ext uri="{BB962C8B-B14F-4D97-AF65-F5344CB8AC3E}">
        <p14:creationId xmlns:p14="http://schemas.microsoft.com/office/powerpoint/2010/main" val="48568872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B97E7-FE73-6B28-9E64-E088A039E400}"/>
              </a:ext>
            </a:extLst>
          </p:cNvPr>
          <p:cNvSpPr>
            <a:spLocks noGrp="1"/>
          </p:cNvSpPr>
          <p:nvPr>
            <p:ph type="title"/>
          </p:nvPr>
        </p:nvSpPr>
        <p:spPr>
          <a:xfrm>
            <a:off x="457200" y="720473"/>
            <a:ext cx="3664107" cy="3864052"/>
          </a:xfrm>
        </p:spPr>
        <p:txBody>
          <a:bodyPr anchor="t">
            <a:normAutofit/>
          </a:bodyPr>
          <a:lstStyle/>
          <a:p>
            <a:r>
              <a:rPr lang="en-US"/>
              <a:t>Speed of Service as the Top Priority</a:t>
            </a:r>
          </a:p>
        </p:txBody>
      </p:sp>
      <p:sp>
        <p:nvSpPr>
          <p:cNvPr id="3" name="Content Placeholder 2">
            <a:extLst>
              <a:ext uri="{FF2B5EF4-FFF2-40B4-BE49-F238E27FC236}">
                <a16:creationId xmlns:a16="http://schemas.microsoft.com/office/drawing/2014/main" id="{2AAB12A4-C9FE-3FFA-0D67-BD5B3DE96A4C}"/>
              </a:ext>
            </a:extLst>
          </p:cNvPr>
          <p:cNvSpPr>
            <a:spLocks noGrp="1"/>
          </p:cNvSp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270349" y="720473"/>
            <a:ext cx="6309360" cy="5303520"/>
          </a:xfrm>
        </p:spPr>
        <p:txBody>
          <a:bodyPr>
            <a:normAutofit/>
          </a:bodyPr>
          <a:lstStyle/>
          <a:p>
            <a:pPr marL="0" indent="0">
              <a:spcBef>
                <a:spcPts val="2500"/>
              </a:spcBef>
              <a:buFont typeface="Arial" panose="020B0604020202020204" pitchFamily="34" charset="0"/>
              <a:buNone/>
            </a:pPr>
            <a:r>
              <a:rPr lang="en-US" sz="1400" b="1"/>
              <a:t>Speed as Critical Priority</a:t>
            </a:r>
          </a:p>
          <a:p>
            <a:pPr marL="0" lvl="1" indent="0">
              <a:buFont typeface="Arial" panose="020B0604020202020204" pitchFamily="34" charset="0"/>
              <a:buNone/>
            </a:pPr>
            <a:r>
              <a:rPr lang="en-US" sz="1400"/>
              <a:t>Speed of service is rated highest in importance among customers, highlighting its priority in customer satisfaction.</a:t>
            </a:r>
          </a:p>
          <a:p>
            <a:pPr marL="0" indent="0">
              <a:spcBef>
                <a:spcPts val="2500"/>
              </a:spcBef>
              <a:buFont typeface="Arial" panose="020B0604020202020204" pitchFamily="34" charset="0"/>
              <a:buNone/>
            </a:pPr>
            <a:r>
              <a:rPr lang="en-US" sz="1400" b="1"/>
              <a:t>Time-Sensitive Customer Base</a:t>
            </a:r>
          </a:p>
          <a:p>
            <a:pPr marL="0" lvl="1" indent="0">
              <a:buFont typeface="Arial" panose="020B0604020202020204" pitchFamily="34" charset="0"/>
              <a:buNone/>
            </a:pPr>
            <a:r>
              <a:rPr lang="en-US" sz="1400"/>
              <a:t>Core customers, especially students, value quick service due to their time-sensitive schedules.</a:t>
            </a:r>
          </a:p>
          <a:p>
            <a:pPr marL="0" indent="0">
              <a:spcBef>
                <a:spcPts val="2500"/>
              </a:spcBef>
              <a:buFont typeface="Arial" panose="020B0604020202020204" pitchFamily="34" charset="0"/>
              <a:buNone/>
            </a:pPr>
            <a:r>
              <a:rPr lang="en-US" sz="1400" b="1"/>
              <a:t>Performance Gap in Speed</a:t>
            </a:r>
          </a:p>
          <a:p>
            <a:pPr marL="0" lvl="1" indent="0">
              <a:buFont typeface="Arial" panose="020B0604020202020204" pitchFamily="34" charset="0"/>
              <a:buNone/>
            </a:pPr>
            <a:r>
              <a:rPr lang="en-US" sz="1400"/>
              <a:t>Despite its importance, speed of service shows weak performance, marking it as key area for improvement.</a:t>
            </a:r>
          </a:p>
          <a:p>
            <a:pPr marL="0" indent="0">
              <a:spcBef>
                <a:spcPts val="2500"/>
              </a:spcBef>
              <a:buFont typeface="Arial" panose="020B0604020202020204" pitchFamily="34" charset="0"/>
              <a:buNone/>
            </a:pPr>
            <a:r>
              <a:rPr lang="en-US" sz="1400" b="1"/>
              <a:t>Impact on Customer Experience</a:t>
            </a:r>
          </a:p>
          <a:p>
            <a:pPr marL="0" lvl="1" indent="0">
              <a:buFont typeface="Arial" panose="020B0604020202020204" pitchFamily="34" charset="0"/>
              <a:buNone/>
            </a:pPr>
            <a:r>
              <a:rPr lang="en-US" sz="1400"/>
              <a:t>Delays in service negatively affect overall customer experience even if other areas perform well.</a:t>
            </a:r>
          </a:p>
        </p:txBody>
      </p:sp>
      <p:sp>
        <p:nvSpPr>
          <p:cNvPr id="6" name="Slide Number Placeholder 5">
            <a:extLst>
              <a:ext uri="{FF2B5EF4-FFF2-40B4-BE49-F238E27FC236}">
                <a16:creationId xmlns:a16="http://schemas.microsoft.com/office/drawing/2014/main" id="{0892C808-4A10-87E5-2C66-C0E5CE7A6130}"/>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16</a:t>
            </a:fld>
            <a:endParaRPr lang="en-US"/>
          </a:p>
        </p:txBody>
      </p:sp>
      <p:pic>
        <p:nvPicPr>
          <p:cNvPr id="7" name="Picture 6" descr="SAN MARCOS&#10;&#10;AI-generated content may be incorrect.">
            <a:extLst>
              <a:ext uri="{FF2B5EF4-FFF2-40B4-BE49-F238E27FC236}">
                <a16:creationId xmlns:a16="http://schemas.microsoft.com/office/drawing/2014/main" id="{A20E65BE-7897-3AC9-2862-FB19D14A06D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43109" y="-533400"/>
            <a:ext cx="2057400" cy="2057400"/>
          </a:xfrm>
          <a:prstGeom prst="rect">
            <a:avLst/>
          </a:prstGeom>
        </p:spPr>
      </p:pic>
    </p:spTree>
    <p:extLst>
      <p:ext uri="{BB962C8B-B14F-4D97-AF65-F5344CB8AC3E}">
        <p14:creationId xmlns:p14="http://schemas.microsoft.com/office/powerpoint/2010/main" val="140457011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250"/>
                                  </p:stCondLst>
                                  <p:iterate>
                                    <p:tmPct val="10000"/>
                                  </p:iterate>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4A7AE-BB92-72B1-2C4B-172D2407AEF3}"/>
              </a:ext>
            </a:extLst>
          </p:cNvPr>
          <p:cNvSpPr>
            <a:spLocks noGrp="1"/>
          </p:cNvSpPr>
          <p:nvPr>
            <p:ph type="title"/>
          </p:nvPr>
        </p:nvSpPr>
        <p:spPr>
          <a:xfrm>
            <a:off x="457200" y="721299"/>
            <a:ext cx="3689927" cy="1486906"/>
          </a:xfrm>
        </p:spPr>
        <p:txBody>
          <a:bodyPr anchor="t">
            <a:normAutofit/>
          </a:bodyPr>
          <a:lstStyle/>
          <a:p>
            <a:r>
              <a:rPr lang="en-US"/>
              <a:t>Largest Negative Performance Gap</a:t>
            </a:r>
          </a:p>
        </p:txBody>
      </p:sp>
      <p:graphicFrame>
        <p:nvGraphicFramePr>
          <p:cNvPr id="10" name="Content Placeholder 2">
            <a:extLst>
              <a:ext uri="{FF2B5EF4-FFF2-40B4-BE49-F238E27FC236}">
                <a16:creationId xmlns:a16="http://schemas.microsoft.com/office/drawing/2014/main" id="{33BC9004-D189-F51E-4CD6-8C74AA55CF3E}"/>
              </a:ext>
            </a:extLst>
          </p:cNvPr>
          <p:cNvGraphicFramePr>
            <a:graphicFrameLocks noGrp="1"/>
          </p:cNvGraphicFrame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4904515" y="2780147"/>
          <a:ext cx="6567049" cy="33598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5">
            <a:extLst>
              <a:ext uri="{FF2B5EF4-FFF2-40B4-BE49-F238E27FC236}">
                <a16:creationId xmlns:a16="http://schemas.microsoft.com/office/drawing/2014/main" id="{1FDB1E5A-3E5F-54C8-5A32-067E94CA3B55}"/>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17</a:t>
            </a:fld>
            <a:endParaRPr lang="en-US"/>
          </a:p>
        </p:txBody>
      </p:sp>
      <p:pic>
        <p:nvPicPr>
          <p:cNvPr id="3" name="Picture 2" descr="SAN MARCOS&#10;&#10;AI-generated content may be incorrect.">
            <a:extLst>
              <a:ext uri="{FF2B5EF4-FFF2-40B4-BE49-F238E27FC236}">
                <a16:creationId xmlns:a16="http://schemas.microsoft.com/office/drawing/2014/main" id="{3FEFB9D9-7621-DF7B-F99F-783928C89821}"/>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243109" y="-533400"/>
            <a:ext cx="2057400" cy="2057400"/>
          </a:xfrm>
          <a:prstGeom prst="rect">
            <a:avLst/>
          </a:prstGeom>
        </p:spPr>
      </p:pic>
    </p:spTree>
    <p:extLst>
      <p:ext uri="{BB962C8B-B14F-4D97-AF65-F5344CB8AC3E}">
        <p14:creationId xmlns:p14="http://schemas.microsoft.com/office/powerpoint/2010/main" val="3226247965"/>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D8EE0D-1838-C7A7-C48F-B8AD12470993}"/>
              </a:ext>
            </a:extLst>
          </p:cNvPr>
          <p:cNvSpPr>
            <a:spLocks noGrp="1"/>
          </p:cNvSpPr>
          <p:nvPr>
            <p:ph type="title"/>
          </p:nvPr>
        </p:nvSpPr>
        <p:spPr>
          <a:xfrm>
            <a:off x="457200" y="721299"/>
            <a:ext cx="3689927" cy="1486906"/>
          </a:xfrm>
        </p:spPr>
        <p:txBody>
          <a:bodyPr anchor="t">
            <a:normAutofit/>
          </a:bodyPr>
          <a:lstStyle/>
          <a:p>
            <a:r>
              <a:rPr lang="en-US"/>
              <a:t>Strengths in Beverage Quality and Friendliness</a:t>
            </a:r>
          </a:p>
        </p:txBody>
      </p:sp>
      <p:graphicFrame>
        <p:nvGraphicFramePr>
          <p:cNvPr id="10" name="Content Placeholder 2">
            <a:extLst>
              <a:ext uri="{FF2B5EF4-FFF2-40B4-BE49-F238E27FC236}">
                <a16:creationId xmlns:a16="http://schemas.microsoft.com/office/drawing/2014/main" id="{88441B3A-71E3-7542-3495-93A67E33AA50}"/>
              </a:ext>
            </a:extLst>
          </p:cNvPr>
          <p:cNvGraphicFramePr>
            <a:graphicFrameLocks noGrp="1"/>
          </p:cNvGraphicFrame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4904515" y="2780147"/>
          <a:ext cx="6567049" cy="33598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5">
            <a:extLst>
              <a:ext uri="{FF2B5EF4-FFF2-40B4-BE49-F238E27FC236}">
                <a16:creationId xmlns:a16="http://schemas.microsoft.com/office/drawing/2014/main" id="{C9D7D665-1054-1D83-031E-D2781C7B4277}"/>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18</a:t>
            </a:fld>
            <a:endParaRPr lang="en-US"/>
          </a:p>
        </p:txBody>
      </p:sp>
      <p:pic>
        <p:nvPicPr>
          <p:cNvPr id="3" name="Picture 2" descr="SAN MARCOS&#10;&#10;AI-generated content may be incorrect.">
            <a:extLst>
              <a:ext uri="{FF2B5EF4-FFF2-40B4-BE49-F238E27FC236}">
                <a16:creationId xmlns:a16="http://schemas.microsoft.com/office/drawing/2014/main" id="{DB42DA9D-9BAF-1DE4-26C6-FC221E1A1E8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243109" y="-533400"/>
            <a:ext cx="2057400" cy="2057400"/>
          </a:xfrm>
          <a:prstGeom prst="rect">
            <a:avLst/>
          </a:prstGeom>
        </p:spPr>
      </p:pic>
    </p:spTree>
    <p:extLst>
      <p:ext uri="{BB962C8B-B14F-4D97-AF65-F5344CB8AC3E}">
        <p14:creationId xmlns:p14="http://schemas.microsoft.com/office/powerpoint/2010/main" val="2793805930"/>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8F4B45-3DC0-05AE-0361-EB8A2177E2B7}"/>
              </a:ext>
            </a:extLst>
          </p:cNvPr>
          <p:cNvSpPr>
            <a:spLocks noGrp="1"/>
          </p:cNvSpPr>
          <p:nvPr>
            <p:ph type="title"/>
          </p:nvPr>
        </p:nvSpPr>
        <p:spPr>
          <a:xfrm>
            <a:off x="457200" y="721299"/>
            <a:ext cx="3689927" cy="1486906"/>
          </a:xfrm>
        </p:spPr>
        <p:txBody>
          <a:bodyPr anchor="t">
            <a:normAutofit/>
          </a:bodyPr>
          <a:lstStyle/>
          <a:p>
            <a:r>
              <a:rPr lang="en-US"/>
              <a:t>Over-Investment in Lower-Priority Areas</a:t>
            </a:r>
          </a:p>
        </p:txBody>
      </p:sp>
      <p:graphicFrame>
        <p:nvGraphicFramePr>
          <p:cNvPr id="10" name="Content Placeholder 2">
            <a:extLst>
              <a:ext uri="{FF2B5EF4-FFF2-40B4-BE49-F238E27FC236}">
                <a16:creationId xmlns:a16="http://schemas.microsoft.com/office/drawing/2014/main" id="{9F15192B-2AAE-2181-8209-37D57D4472E9}"/>
              </a:ext>
            </a:extLst>
          </p:cNvPr>
          <p:cNvGraphicFramePr>
            <a:graphicFrameLocks noGrp="1"/>
          </p:cNvGraphicFrame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4904515" y="2780147"/>
          <a:ext cx="6567049" cy="33598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5">
            <a:extLst>
              <a:ext uri="{FF2B5EF4-FFF2-40B4-BE49-F238E27FC236}">
                <a16:creationId xmlns:a16="http://schemas.microsoft.com/office/drawing/2014/main" id="{8DCCB351-2A3F-43DB-60B1-A0CC1A0DC0DA}"/>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19</a:t>
            </a:fld>
            <a:endParaRPr lang="en-US"/>
          </a:p>
        </p:txBody>
      </p:sp>
      <p:pic>
        <p:nvPicPr>
          <p:cNvPr id="3" name="Picture 2" descr="SAN MARCOS&#10;&#10;AI-generated content may be incorrect.">
            <a:extLst>
              <a:ext uri="{FF2B5EF4-FFF2-40B4-BE49-F238E27FC236}">
                <a16:creationId xmlns:a16="http://schemas.microsoft.com/office/drawing/2014/main" id="{FD8E706D-8850-034D-3F76-9CFE732D0162}"/>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243109" y="-533400"/>
            <a:ext cx="2057400" cy="2057400"/>
          </a:xfrm>
          <a:prstGeom prst="rect">
            <a:avLst/>
          </a:prstGeom>
        </p:spPr>
      </p:pic>
    </p:spTree>
    <p:extLst>
      <p:ext uri="{BB962C8B-B14F-4D97-AF65-F5344CB8AC3E}">
        <p14:creationId xmlns:p14="http://schemas.microsoft.com/office/powerpoint/2010/main" val="972289726"/>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5C993-4E73-B0B4-703B-5FFD4C4E05B1}"/>
              </a:ext>
            </a:extLst>
          </p:cNvPr>
          <p:cNvSpPr>
            <a:spLocks noGrp="1"/>
          </p:cNvSpPr>
          <p:nvPr>
            <p:ph type="title"/>
          </p:nvPr>
        </p:nvSpPr>
        <p:spPr>
          <a:xfrm>
            <a:off x="457200" y="2968607"/>
            <a:ext cx="8932653" cy="3450568"/>
          </a:xfrm>
        </p:spPr>
        <p:txBody>
          <a:bodyPr anchor="b">
            <a:normAutofit/>
          </a:bodyPr>
          <a:lstStyle/>
          <a:p>
            <a:r>
              <a:rPr lang="en-US"/>
              <a:t>Recommendations and Business Impact</a:t>
            </a:r>
          </a:p>
        </p:txBody>
      </p:sp>
      <p:sp>
        <p:nvSpPr>
          <p:cNvPr id="6" name="Slide Number Placeholder 5">
            <a:extLst>
              <a:ext uri="{FF2B5EF4-FFF2-40B4-BE49-F238E27FC236}">
                <a16:creationId xmlns:a16="http://schemas.microsoft.com/office/drawing/2014/main" id="{255E3608-0090-8103-1ED2-48932501A5B5}"/>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20</a:t>
            </a:fld>
            <a:endParaRPr lang="en-US"/>
          </a:p>
        </p:txBody>
      </p:sp>
      <p:pic>
        <p:nvPicPr>
          <p:cNvPr id="3" name="Picture 2" descr="SAN MARCOS&#10;&#10;AI-generated content may be incorrect.">
            <a:extLst>
              <a:ext uri="{FF2B5EF4-FFF2-40B4-BE49-F238E27FC236}">
                <a16:creationId xmlns:a16="http://schemas.microsoft.com/office/drawing/2014/main" id="{A47C06A8-B612-C4EA-C00B-7F025E27AD4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243109" y="-533400"/>
            <a:ext cx="2057400" cy="2057400"/>
          </a:xfrm>
          <a:prstGeom prst="rect">
            <a:avLst/>
          </a:prstGeom>
        </p:spPr>
      </p:pic>
    </p:spTree>
    <p:extLst>
      <p:ext uri="{BB962C8B-B14F-4D97-AF65-F5344CB8AC3E}">
        <p14:creationId xmlns:p14="http://schemas.microsoft.com/office/powerpoint/2010/main" val="1570226565"/>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661980-344D-82BD-2925-51BE1BD0283C}"/>
              </a:ext>
            </a:extLst>
          </p:cNvPr>
          <p:cNvSpPr>
            <a:spLocks noGrp="1"/>
          </p:cNvSpPr>
          <p:nvPr>
            <p:ph type="title"/>
          </p:nvPr>
        </p:nvSpPr>
        <p:spPr>
          <a:xfrm>
            <a:off x="457200" y="721299"/>
            <a:ext cx="3689927" cy="1486906"/>
          </a:xfrm>
        </p:spPr>
        <p:txBody>
          <a:bodyPr anchor="t">
            <a:normAutofit/>
          </a:bodyPr>
          <a:lstStyle/>
          <a:p>
            <a:r>
              <a:rPr lang="en-US"/>
              <a:t>Strategic Focus on Speed Improvement</a:t>
            </a:r>
          </a:p>
        </p:txBody>
      </p:sp>
      <p:graphicFrame>
        <p:nvGraphicFramePr>
          <p:cNvPr id="10" name="Content Placeholder 2">
            <a:extLst>
              <a:ext uri="{FF2B5EF4-FFF2-40B4-BE49-F238E27FC236}">
                <a16:creationId xmlns:a16="http://schemas.microsoft.com/office/drawing/2014/main" id="{D6DDB958-CA23-0293-277C-A8334D8F41D2}"/>
              </a:ext>
            </a:extLst>
          </p:cNvPr>
          <p:cNvGraphicFramePr>
            <a:graphicFrameLocks noGrp="1"/>
          </p:cNvGraphicFrame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4904515" y="2780147"/>
          <a:ext cx="6567049" cy="33598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5">
            <a:extLst>
              <a:ext uri="{FF2B5EF4-FFF2-40B4-BE49-F238E27FC236}">
                <a16:creationId xmlns:a16="http://schemas.microsoft.com/office/drawing/2014/main" id="{2103BA9F-AE06-5339-9B2B-42F604074B53}"/>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21</a:t>
            </a:fld>
            <a:endParaRPr lang="en-US"/>
          </a:p>
        </p:txBody>
      </p:sp>
      <p:pic>
        <p:nvPicPr>
          <p:cNvPr id="3" name="Picture 2" descr="SAN MARCOS&#10;&#10;AI-generated content may be incorrect.">
            <a:extLst>
              <a:ext uri="{FF2B5EF4-FFF2-40B4-BE49-F238E27FC236}">
                <a16:creationId xmlns:a16="http://schemas.microsoft.com/office/drawing/2014/main" id="{250F1181-1B21-6A6B-ED5B-95ED109EA96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243109" y="-533400"/>
            <a:ext cx="2057400" cy="2057400"/>
          </a:xfrm>
          <a:prstGeom prst="rect">
            <a:avLst/>
          </a:prstGeom>
        </p:spPr>
      </p:pic>
    </p:spTree>
    <p:extLst>
      <p:ext uri="{BB962C8B-B14F-4D97-AF65-F5344CB8AC3E}">
        <p14:creationId xmlns:p14="http://schemas.microsoft.com/office/powerpoint/2010/main" val="414819577"/>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113968-FFCF-C546-DB7C-FC28B3013269}"/>
              </a:ext>
            </a:extLst>
          </p:cNvPr>
          <p:cNvSpPr>
            <a:spLocks noGrp="1"/>
          </p:cNvSpPr>
          <p:nvPr>
            <p:ph type="title"/>
          </p:nvPr>
        </p:nvSpPr>
        <p:spPr>
          <a:xfrm>
            <a:off x="457200" y="721299"/>
            <a:ext cx="3689927" cy="1486906"/>
          </a:xfrm>
        </p:spPr>
        <p:txBody>
          <a:bodyPr anchor="t">
            <a:normAutofit/>
          </a:bodyPr>
          <a:lstStyle/>
          <a:p>
            <a:r>
              <a:rPr lang="en-US"/>
              <a:t>Proposed Investment in Equipment</a:t>
            </a:r>
          </a:p>
        </p:txBody>
      </p:sp>
      <p:graphicFrame>
        <p:nvGraphicFramePr>
          <p:cNvPr id="10" name="Content Placeholder 2">
            <a:extLst>
              <a:ext uri="{FF2B5EF4-FFF2-40B4-BE49-F238E27FC236}">
                <a16:creationId xmlns:a16="http://schemas.microsoft.com/office/drawing/2014/main" id="{693E7DEA-370A-204A-19F8-C591B7A57084}"/>
              </a:ext>
            </a:extLst>
          </p:cNvPr>
          <p:cNvGraphicFramePr>
            <a:graphicFrameLocks noGrp="1"/>
          </p:cNvGraphicFrame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4904515" y="2780147"/>
          <a:ext cx="6567049" cy="33598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5">
            <a:extLst>
              <a:ext uri="{FF2B5EF4-FFF2-40B4-BE49-F238E27FC236}">
                <a16:creationId xmlns:a16="http://schemas.microsoft.com/office/drawing/2014/main" id="{FC8ACF0A-14E5-8899-1362-53AB4908958E}"/>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22</a:t>
            </a:fld>
            <a:endParaRPr lang="en-US"/>
          </a:p>
        </p:txBody>
      </p:sp>
      <p:pic>
        <p:nvPicPr>
          <p:cNvPr id="3" name="Picture 2" descr="SAN MARCOS&#10;&#10;AI-generated content may be incorrect.">
            <a:extLst>
              <a:ext uri="{FF2B5EF4-FFF2-40B4-BE49-F238E27FC236}">
                <a16:creationId xmlns:a16="http://schemas.microsoft.com/office/drawing/2014/main" id="{2CC09899-17D4-FA27-BA2E-618AC68D5C2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243109" y="-533400"/>
            <a:ext cx="2057400" cy="2057400"/>
          </a:xfrm>
          <a:prstGeom prst="rect">
            <a:avLst/>
          </a:prstGeom>
        </p:spPr>
      </p:pic>
    </p:spTree>
    <p:extLst>
      <p:ext uri="{BB962C8B-B14F-4D97-AF65-F5344CB8AC3E}">
        <p14:creationId xmlns:p14="http://schemas.microsoft.com/office/powerpoint/2010/main" val="3540355371"/>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2FC45-1523-7FC8-0547-131C39835FA6}"/>
              </a:ext>
            </a:extLst>
          </p:cNvPr>
          <p:cNvSpPr>
            <a:spLocks noGrp="1"/>
          </p:cNvSpPr>
          <p:nvPr>
            <p:ph type="title"/>
          </p:nvPr>
        </p:nvSpPr>
        <p:spPr>
          <a:xfrm>
            <a:off x="457200" y="721299"/>
            <a:ext cx="3689927" cy="1486906"/>
          </a:xfrm>
        </p:spPr>
        <p:txBody>
          <a:bodyPr anchor="t">
            <a:normAutofit/>
          </a:bodyPr>
          <a:lstStyle/>
          <a:p>
            <a:r>
              <a:rPr lang="en-US"/>
              <a:t>Operational and Employee Benefits</a:t>
            </a:r>
          </a:p>
        </p:txBody>
      </p:sp>
      <p:graphicFrame>
        <p:nvGraphicFramePr>
          <p:cNvPr id="10" name="Content Placeholder 2">
            <a:extLst>
              <a:ext uri="{FF2B5EF4-FFF2-40B4-BE49-F238E27FC236}">
                <a16:creationId xmlns:a16="http://schemas.microsoft.com/office/drawing/2014/main" id="{8ABEA95B-4574-92B9-4CAA-705BA2169E85}"/>
              </a:ext>
            </a:extLst>
          </p:cNvPr>
          <p:cNvGraphicFramePr>
            <a:graphicFrameLocks noGrp="1"/>
          </p:cNvGraphicFrame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4904515" y="2780147"/>
          <a:ext cx="6567049" cy="33598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5">
            <a:extLst>
              <a:ext uri="{FF2B5EF4-FFF2-40B4-BE49-F238E27FC236}">
                <a16:creationId xmlns:a16="http://schemas.microsoft.com/office/drawing/2014/main" id="{330790AC-DF65-3A61-C2E5-96E06B3E474F}"/>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23</a:t>
            </a:fld>
            <a:endParaRPr lang="en-US"/>
          </a:p>
        </p:txBody>
      </p:sp>
      <p:pic>
        <p:nvPicPr>
          <p:cNvPr id="3" name="Picture 2" descr="SAN MARCOS&#10;&#10;AI-generated content may be incorrect.">
            <a:extLst>
              <a:ext uri="{FF2B5EF4-FFF2-40B4-BE49-F238E27FC236}">
                <a16:creationId xmlns:a16="http://schemas.microsoft.com/office/drawing/2014/main" id="{26D21387-B9A7-A14B-64F8-D02E652594F8}"/>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243109" y="-533400"/>
            <a:ext cx="2057400" cy="2057400"/>
          </a:xfrm>
          <a:prstGeom prst="rect">
            <a:avLst/>
          </a:prstGeom>
        </p:spPr>
      </p:pic>
    </p:spTree>
    <p:extLst>
      <p:ext uri="{BB962C8B-B14F-4D97-AF65-F5344CB8AC3E}">
        <p14:creationId xmlns:p14="http://schemas.microsoft.com/office/powerpoint/2010/main" val="888035838"/>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54E9B0-8C56-90B1-0CF5-4A5B5218853B}"/>
              </a:ext>
            </a:extLst>
          </p:cNvPr>
          <p:cNvSpPr>
            <a:spLocks noGrp="1"/>
          </p:cNvSpPr>
          <p:nvPr>
            <p:ph type="title"/>
          </p:nvPr>
        </p:nvSpPr>
        <p:spPr>
          <a:xfrm>
            <a:off x="457200" y="721299"/>
            <a:ext cx="3689927" cy="1486906"/>
          </a:xfrm>
        </p:spPr>
        <p:txBody>
          <a:bodyPr anchor="t">
            <a:normAutofit/>
          </a:bodyPr>
          <a:lstStyle/>
          <a:p>
            <a:r>
              <a:rPr lang="en-US"/>
              <a:t>Financial Impact and Risk</a:t>
            </a:r>
          </a:p>
        </p:txBody>
      </p:sp>
      <p:graphicFrame>
        <p:nvGraphicFramePr>
          <p:cNvPr id="10" name="Content Placeholder 2">
            <a:extLst>
              <a:ext uri="{FF2B5EF4-FFF2-40B4-BE49-F238E27FC236}">
                <a16:creationId xmlns:a16="http://schemas.microsoft.com/office/drawing/2014/main" id="{028E7435-98D6-4776-C2A8-0511BB612052}"/>
              </a:ext>
            </a:extLst>
          </p:cNvPr>
          <p:cNvGraphicFramePr>
            <a:graphicFrameLocks noGrp="1"/>
          </p:cNvGraphicFramePr>
          <p:nvPr>
            <p:ph idx="1"/>
            <p:extLst>
              <p:ext uri="{D42A27DB-BD31-4B8C-83A1-F6EECF244321}">
                <p14:modId xmlns:p14="http://schemas.microsoft.com/office/powerpoint/2010/main" val="1838536698"/>
              </p:ex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5012660" y="4267200"/>
          <a:ext cx="6567049" cy="33598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5">
            <a:extLst>
              <a:ext uri="{FF2B5EF4-FFF2-40B4-BE49-F238E27FC236}">
                <a16:creationId xmlns:a16="http://schemas.microsoft.com/office/drawing/2014/main" id="{03A6D0C4-9091-E7A0-2ADB-FFDAD826776F}"/>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24</a:t>
            </a:fld>
            <a:endParaRPr lang="en-US"/>
          </a:p>
        </p:txBody>
      </p:sp>
      <p:graphicFrame>
        <p:nvGraphicFramePr>
          <p:cNvPr id="3" name="Table 2">
            <a:extLst>
              <a:ext uri="{FF2B5EF4-FFF2-40B4-BE49-F238E27FC236}">
                <a16:creationId xmlns:a16="http://schemas.microsoft.com/office/drawing/2014/main" id="{CCC49863-FAFA-1723-BA33-0E15FB2C409F}"/>
              </a:ext>
            </a:extLst>
          </p:cNvPr>
          <p:cNvGraphicFramePr>
            <a:graphicFrameLocks noGrp="1"/>
          </p:cNvGraphicFramePr>
          <p:nvPr>
            <p:extLst>
              <p:ext uri="{D42A27DB-BD31-4B8C-83A1-F6EECF244321}">
                <p14:modId xmlns:p14="http://schemas.microsoft.com/office/powerpoint/2010/main" val="3712276770"/>
              </p:ext>
            </p:extLst>
          </p:nvPr>
        </p:nvGraphicFramePr>
        <p:xfrm>
          <a:off x="5264724" y="2590800"/>
          <a:ext cx="5943600" cy="1219200"/>
        </p:xfrm>
        <a:graphic>
          <a:graphicData uri="http://schemas.openxmlformats.org/drawingml/2006/table">
            <a:tbl>
              <a:tblPr firstRow="1" firstCol="1" bandRow="1">
                <a:tableStyleId>{5C22544A-7EE6-4342-B048-85BDC9FD1C3A}</a:tableStyleId>
              </a:tblPr>
              <a:tblGrid>
                <a:gridCol w="1981200">
                  <a:extLst>
                    <a:ext uri="{9D8B030D-6E8A-4147-A177-3AD203B41FA5}">
                      <a16:colId xmlns:a16="http://schemas.microsoft.com/office/drawing/2014/main" val="1884695927"/>
                    </a:ext>
                  </a:extLst>
                </a:gridCol>
                <a:gridCol w="1981200">
                  <a:extLst>
                    <a:ext uri="{9D8B030D-6E8A-4147-A177-3AD203B41FA5}">
                      <a16:colId xmlns:a16="http://schemas.microsoft.com/office/drawing/2014/main" val="3429604255"/>
                    </a:ext>
                  </a:extLst>
                </a:gridCol>
                <a:gridCol w="1981200">
                  <a:extLst>
                    <a:ext uri="{9D8B030D-6E8A-4147-A177-3AD203B41FA5}">
                      <a16:colId xmlns:a16="http://schemas.microsoft.com/office/drawing/2014/main" val="1158643062"/>
                    </a:ext>
                  </a:extLst>
                </a:gridCol>
              </a:tblGrid>
              <a:tr h="0">
                <a:tc>
                  <a:txBody>
                    <a:bodyPr/>
                    <a:lstStyle/>
                    <a:p>
                      <a:pPr marL="0" marR="0">
                        <a:buNone/>
                      </a:pPr>
                      <a:r>
                        <a:rPr lang="en-US" sz="1000" kern="100">
                          <a:effectLst/>
                        </a:rPr>
                        <a:t>Metric</a:t>
                      </a:r>
                      <a:endParaRPr lang="en-US" sz="1000" kern="100">
                        <a:effectLst/>
                        <a:latin typeface="Arial" panose="020B0604020202020204" pitchFamily="34" charset="0"/>
                        <a:ea typeface="Arial" panose="020B0604020202020204" pitchFamily="34" charset="0"/>
                      </a:endParaRPr>
                    </a:p>
                  </a:txBody>
                  <a:tcPr marL="68580" marR="68580" marT="0" marB="0"/>
                </a:tc>
                <a:tc>
                  <a:txBody>
                    <a:bodyPr/>
                    <a:lstStyle/>
                    <a:p>
                      <a:pPr marL="0" marR="0" algn="ctr">
                        <a:buNone/>
                      </a:pPr>
                      <a:r>
                        <a:rPr lang="en-US" sz="1000" kern="100" dirty="0">
                          <a:effectLst/>
                        </a:rPr>
                        <a:t>Without Machine</a:t>
                      </a:r>
                      <a:endParaRPr lang="en-US" sz="1000" kern="100" dirty="0">
                        <a:effectLst/>
                        <a:latin typeface="Arial" panose="020B0604020202020204" pitchFamily="34" charset="0"/>
                        <a:ea typeface="Arial" panose="020B0604020202020204" pitchFamily="34" charset="0"/>
                      </a:endParaRPr>
                    </a:p>
                  </a:txBody>
                  <a:tcPr marL="68580" marR="68580" marT="0" marB="0"/>
                </a:tc>
                <a:tc>
                  <a:txBody>
                    <a:bodyPr/>
                    <a:lstStyle/>
                    <a:p>
                      <a:pPr marL="0" marR="0" algn="ctr">
                        <a:buNone/>
                      </a:pPr>
                      <a:r>
                        <a:rPr lang="en-US" sz="1000" kern="100" dirty="0">
                          <a:effectLst/>
                        </a:rPr>
                        <a:t>With Machine (12% growth)</a:t>
                      </a:r>
                      <a:endParaRPr lang="en-US" sz="1000" kern="100" dirty="0">
                        <a:effectLst/>
                        <a:latin typeface="Arial" panose="020B0604020202020204" pitchFamily="34" charset="0"/>
                        <a:ea typeface="Arial" panose="020B0604020202020204" pitchFamily="34" charset="0"/>
                      </a:endParaRPr>
                    </a:p>
                  </a:txBody>
                  <a:tcPr marL="68580" marR="68580" marT="0" marB="0"/>
                </a:tc>
                <a:extLst>
                  <a:ext uri="{0D108BD9-81ED-4DB2-BD59-A6C34878D82A}">
                    <a16:rowId xmlns:a16="http://schemas.microsoft.com/office/drawing/2014/main" val="2535461018"/>
                  </a:ext>
                </a:extLst>
              </a:tr>
              <a:tr h="0">
                <a:tc>
                  <a:txBody>
                    <a:bodyPr/>
                    <a:lstStyle/>
                    <a:p>
                      <a:pPr marL="0" marR="0">
                        <a:buNone/>
                      </a:pPr>
                      <a:r>
                        <a:rPr lang="en-US" sz="1000" kern="100">
                          <a:effectLst/>
                        </a:rPr>
                        <a:t>Daily Customers</a:t>
                      </a:r>
                      <a:endParaRPr lang="en-US" sz="1000" kern="100">
                        <a:effectLst/>
                        <a:latin typeface="Arial" panose="020B0604020202020204" pitchFamily="34" charset="0"/>
                        <a:ea typeface="Arial" panose="020B0604020202020204" pitchFamily="34" charset="0"/>
                      </a:endParaRPr>
                    </a:p>
                  </a:txBody>
                  <a:tcPr marL="68580" marR="68580" marT="0" marB="0"/>
                </a:tc>
                <a:tc>
                  <a:txBody>
                    <a:bodyPr/>
                    <a:lstStyle/>
                    <a:p>
                      <a:pPr marL="0" marR="0" algn="ctr">
                        <a:buNone/>
                      </a:pPr>
                      <a:r>
                        <a:rPr lang="en-US" sz="1000" kern="100">
                          <a:effectLst/>
                        </a:rPr>
                        <a:t>150</a:t>
                      </a:r>
                      <a:endParaRPr lang="en-US" sz="1000" kern="100">
                        <a:effectLst/>
                        <a:latin typeface="Arial" panose="020B0604020202020204" pitchFamily="34" charset="0"/>
                        <a:ea typeface="Arial" panose="020B0604020202020204" pitchFamily="34" charset="0"/>
                      </a:endParaRPr>
                    </a:p>
                  </a:txBody>
                  <a:tcPr marL="68580" marR="68580" marT="0" marB="0"/>
                </a:tc>
                <a:tc>
                  <a:txBody>
                    <a:bodyPr/>
                    <a:lstStyle/>
                    <a:p>
                      <a:pPr marL="0" marR="0" algn="ctr">
                        <a:buNone/>
                      </a:pPr>
                      <a:r>
                        <a:rPr lang="en-US" sz="1000" kern="100">
                          <a:effectLst/>
                        </a:rPr>
                        <a:t>168</a:t>
                      </a:r>
                      <a:endParaRPr lang="en-US" sz="1000" kern="100">
                        <a:effectLst/>
                        <a:latin typeface="Arial" panose="020B0604020202020204" pitchFamily="34" charset="0"/>
                        <a:ea typeface="Arial" panose="020B0604020202020204" pitchFamily="34" charset="0"/>
                      </a:endParaRPr>
                    </a:p>
                  </a:txBody>
                  <a:tcPr marL="68580" marR="68580" marT="0" marB="0"/>
                </a:tc>
                <a:extLst>
                  <a:ext uri="{0D108BD9-81ED-4DB2-BD59-A6C34878D82A}">
                    <a16:rowId xmlns:a16="http://schemas.microsoft.com/office/drawing/2014/main" val="1800318871"/>
                  </a:ext>
                </a:extLst>
              </a:tr>
              <a:tr h="0">
                <a:tc>
                  <a:txBody>
                    <a:bodyPr/>
                    <a:lstStyle/>
                    <a:p>
                      <a:pPr marL="0" marR="0">
                        <a:buNone/>
                      </a:pPr>
                      <a:r>
                        <a:rPr lang="en-US" sz="1000" kern="100">
                          <a:effectLst/>
                        </a:rPr>
                        <a:t>Daily Revenue</a:t>
                      </a:r>
                      <a:endParaRPr lang="en-US" sz="1000" kern="100">
                        <a:effectLst/>
                        <a:latin typeface="Arial" panose="020B0604020202020204" pitchFamily="34" charset="0"/>
                        <a:ea typeface="Arial" panose="020B0604020202020204" pitchFamily="34" charset="0"/>
                      </a:endParaRPr>
                    </a:p>
                  </a:txBody>
                  <a:tcPr marL="68580" marR="68580" marT="0" marB="0"/>
                </a:tc>
                <a:tc>
                  <a:txBody>
                    <a:bodyPr/>
                    <a:lstStyle/>
                    <a:p>
                      <a:pPr marL="0" marR="0" algn="ctr">
                        <a:buNone/>
                      </a:pPr>
                      <a:r>
                        <a:rPr lang="en-US" sz="1000" kern="100">
                          <a:effectLst/>
                        </a:rPr>
                        <a:t>$1,275</a:t>
                      </a:r>
                      <a:endParaRPr lang="en-US" sz="1000" kern="100">
                        <a:effectLst/>
                        <a:latin typeface="Arial" panose="020B0604020202020204" pitchFamily="34" charset="0"/>
                        <a:ea typeface="Arial" panose="020B0604020202020204" pitchFamily="34" charset="0"/>
                      </a:endParaRPr>
                    </a:p>
                  </a:txBody>
                  <a:tcPr marL="68580" marR="68580" marT="0" marB="0"/>
                </a:tc>
                <a:tc>
                  <a:txBody>
                    <a:bodyPr/>
                    <a:lstStyle/>
                    <a:p>
                      <a:pPr marL="0" marR="0" algn="ctr">
                        <a:buNone/>
                      </a:pPr>
                      <a:r>
                        <a:rPr lang="en-US" sz="1000" kern="100">
                          <a:effectLst/>
                        </a:rPr>
                        <a:t>$1,428</a:t>
                      </a:r>
                      <a:endParaRPr lang="en-US" sz="1000" kern="100">
                        <a:effectLst/>
                        <a:latin typeface="Arial" panose="020B0604020202020204" pitchFamily="34" charset="0"/>
                        <a:ea typeface="Arial" panose="020B0604020202020204" pitchFamily="34" charset="0"/>
                      </a:endParaRPr>
                    </a:p>
                  </a:txBody>
                  <a:tcPr marL="68580" marR="68580" marT="0" marB="0"/>
                </a:tc>
                <a:extLst>
                  <a:ext uri="{0D108BD9-81ED-4DB2-BD59-A6C34878D82A}">
                    <a16:rowId xmlns:a16="http://schemas.microsoft.com/office/drawing/2014/main" val="1149772752"/>
                  </a:ext>
                </a:extLst>
              </a:tr>
              <a:tr h="0">
                <a:tc>
                  <a:txBody>
                    <a:bodyPr/>
                    <a:lstStyle/>
                    <a:p>
                      <a:pPr marL="0" marR="0">
                        <a:buNone/>
                      </a:pPr>
                      <a:r>
                        <a:rPr lang="en-US" sz="1000" kern="100">
                          <a:effectLst/>
                        </a:rPr>
                        <a:t>Daily Net Contribution</a:t>
                      </a:r>
                      <a:endParaRPr lang="en-US" sz="1000" kern="100">
                        <a:effectLst/>
                        <a:latin typeface="Arial" panose="020B0604020202020204" pitchFamily="34" charset="0"/>
                        <a:ea typeface="Arial" panose="020B0604020202020204" pitchFamily="34" charset="0"/>
                      </a:endParaRPr>
                    </a:p>
                  </a:txBody>
                  <a:tcPr marL="68580" marR="68580" marT="0" marB="0"/>
                </a:tc>
                <a:tc>
                  <a:txBody>
                    <a:bodyPr/>
                    <a:lstStyle/>
                    <a:p>
                      <a:pPr marL="0" marR="0" algn="ctr">
                        <a:buNone/>
                      </a:pPr>
                      <a:r>
                        <a:rPr lang="en-US" sz="1000" kern="100">
                          <a:effectLst/>
                        </a:rPr>
                        <a:t>$829</a:t>
                      </a:r>
                      <a:endParaRPr lang="en-US" sz="1000" kern="100">
                        <a:effectLst/>
                        <a:latin typeface="Arial" panose="020B0604020202020204" pitchFamily="34" charset="0"/>
                        <a:ea typeface="Arial" panose="020B0604020202020204" pitchFamily="34" charset="0"/>
                      </a:endParaRPr>
                    </a:p>
                  </a:txBody>
                  <a:tcPr marL="68580" marR="68580" marT="0" marB="0"/>
                </a:tc>
                <a:tc>
                  <a:txBody>
                    <a:bodyPr/>
                    <a:lstStyle/>
                    <a:p>
                      <a:pPr marL="0" marR="0" algn="ctr">
                        <a:buNone/>
                      </a:pPr>
                      <a:r>
                        <a:rPr lang="en-US" sz="1000" kern="100">
                          <a:effectLst/>
                        </a:rPr>
                        <a:t>$908</a:t>
                      </a:r>
                      <a:endParaRPr lang="en-US" sz="1000" kern="100">
                        <a:effectLst/>
                        <a:latin typeface="Arial" panose="020B0604020202020204" pitchFamily="34" charset="0"/>
                        <a:ea typeface="Arial" panose="020B0604020202020204" pitchFamily="34" charset="0"/>
                      </a:endParaRPr>
                    </a:p>
                  </a:txBody>
                  <a:tcPr marL="68580" marR="68580" marT="0" marB="0"/>
                </a:tc>
                <a:extLst>
                  <a:ext uri="{0D108BD9-81ED-4DB2-BD59-A6C34878D82A}">
                    <a16:rowId xmlns:a16="http://schemas.microsoft.com/office/drawing/2014/main" val="3554768218"/>
                  </a:ext>
                </a:extLst>
              </a:tr>
              <a:tr h="0">
                <a:tc>
                  <a:txBody>
                    <a:bodyPr/>
                    <a:lstStyle/>
                    <a:p>
                      <a:pPr marL="0" marR="0">
                        <a:buNone/>
                      </a:pPr>
                      <a:r>
                        <a:rPr lang="en-US" sz="1000" kern="100">
                          <a:effectLst/>
                        </a:rPr>
                        <a:t>Annual Net Contribution</a:t>
                      </a:r>
                      <a:endParaRPr lang="en-US" sz="1000" kern="100">
                        <a:effectLst/>
                        <a:latin typeface="Arial" panose="020B0604020202020204" pitchFamily="34" charset="0"/>
                        <a:ea typeface="Arial" panose="020B0604020202020204" pitchFamily="34" charset="0"/>
                      </a:endParaRPr>
                    </a:p>
                  </a:txBody>
                  <a:tcPr marL="68580" marR="68580" marT="0" marB="0"/>
                </a:tc>
                <a:tc>
                  <a:txBody>
                    <a:bodyPr/>
                    <a:lstStyle/>
                    <a:p>
                      <a:pPr marL="0" marR="0" algn="ctr">
                        <a:buNone/>
                      </a:pPr>
                      <a:r>
                        <a:rPr lang="en-US" sz="1000" kern="100">
                          <a:effectLst/>
                        </a:rPr>
                        <a:t>$298,440</a:t>
                      </a:r>
                      <a:endParaRPr lang="en-US" sz="1000" kern="100">
                        <a:effectLst/>
                        <a:latin typeface="Arial" panose="020B0604020202020204" pitchFamily="34" charset="0"/>
                        <a:ea typeface="Arial" panose="020B0604020202020204" pitchFamily="34" charset="0"/>
                      </a:endParaRPr>
                    </a:p>
                  </a:txBody>
                  <a:tcPr marL="68580" marR="68580" marT="0" marB="0"/>
                </a:tc>
                <a:tc>
                  <a:txBody>
                    <a:bodyPr/>
                    <a:lstStyle/>
                    <a:p>
                      <a:pPr marL="0" marR="0" algn="ctr">
                        <a:buNone/>
                      </a:pPr>
                      <a:r>
                        <a:rPr lang="en-US" sz="1000" kern="100">
                          <a:effectLst/>
                        </a:rPr>
                        <a:t>$326,880</a:t>
                      </a:r>
                      <a:endParaRPr lang="en-US" sz="1000" kern="100">
                        <a:effectLst/>
                        <a:latin typeface="Arial" panose="020B0604020202020204" pitchFamily="34" charset="0"/>
                        <a:ea typeface="Arial" panose="020B0604020202020204" pitchFamily="34" charset="0"/>
                      </a:endParaRPr>
                    </a:p>
                  </a:txBody>
                  <a:tcPr marL="68580" marR="68580" marT="0" marB="0"/>
                </a:tc>
                <a:extLst>
                  <a:ext uri="{0D108BD9-81ED-4DB2-BD59-A6C34878D82A}">
                    <a16:rowId xmlns:a16="http://schemas.microsoft.com/office/drawing/2014/main" val="638327894"/>
                  </a:ext>
                </a:extLst>
              </a:tr>
              <a:tr h="0">
                <a:tc>
                  <a:txBody>
                    <a:bodyPr/>
                    <a:lstStyle/>
                    <a:p>
                      <a:pPr marL="0" marR="0">
                        <a:buNone/>
                      </a:pPr>
                      <a:r>
                        <a:rPr lang="en-US" sz="1000" kern="100">
                          <a:effectLst/>
                        </a:rPr>
                        <a:t>Annual Profit Impact vs. Baseline</a:t>
                      </a:r>
                      <a:endParaRPr lang="en-US" sz="1000" kern="100">
                        <a:effectLst/>
                        <a:latin typeface="Arial" panose="020B0604020202020204" pitchFamily="34" charset="0"/>
                        <a:ea typeface="Arial" panose="020B0604020202020204" pitchFamily="34" charset="0"/>
                      </a:endParaRPr>
                    </a:p>
                  </a:txBody>
                  <a:tcPr marL="68580" marR="68580" marT="0" marB="0"/>
                </a:tc>
                <a:tc>
                  <a:txBody>
                    <a:bodyPr/>
                    <a:lstStyle/>
                    <a:p>
                      <a:pPr marL="0" marR="0" algn="ctr">
                        <a:buNone/>
                      </a:pPr>
                      <a:r>
                        <a:rPr lang="en-US" sz="1000" kern="100">
                          <a:effectLst/>
                        </a:rPr>
                        <a:t>—</a:t>
                      </a:r>
                      <a:endParaRPr lang="en-US" sz="1000" kern="100">
                        <a:effectLst/>
                        <a:latin typeface="Arial" panose="020B0604020202020204" pitchFamily="34" charset="0"/>
                        <a:ea typeface="Arial" panose="020B0604020202020204" pitchFamily="34" charset="0"/>
                      </a:endParaRPr>
                    </a:p>
                  </a:txBody>
                  <a:tcPr marL="68580" marR="68580" marT="0" marB="0"/>
                </a:tc>
                <a:tc>
                  <a:txBody>
                    <a:bodyPr/>
                    <a:lstStyle/>
                    <a:p>
                      <a:pPr marL="0" marR="0" algn="ctr">
                        <a:buNone/>
                      </a:pPr>
                      <a:r>
                        <a:rPr lang="en-US" sz="1000" kern="100">
                          <a:effectLst/>
                        </a:rPr>
                        <a:t>+$15,384 (Year 1)</a:t>
                      </a:r>
                      <a:endParaRPr lang="en-US" sz="1000" kern="100">
                        <a:effectLst/>
                        <a:latin typeface="Arial" panose="020B0604020202020204" pitchFamily="34" charset="0"/>
                        <a:ea typeface="Arial" panose="020B0604020202020204" pitchFamily="34" charset="0"/>
                      </a:endParaRPr>
                    </a:p>
                  </a:txBody>
                  <a:tcPr marL="68580" marR="68580" marT="0" marB="0"/>
                </a:tc>
                <a:extLst>
                  <a:ext uri="{0D108BD9-81ED-4DB2-BD59-A6C34878D82A}">
                    <a16:rowId xmlns:a16="http://schemas.microsoft.com/office/drawing/2014/main" val="3958747257"/>
                  </a:ext>
                </a:extLst>
              </a:tr>
              <a:tr h="0">
                <a:tc>
                  <a:txBody>
                    <a:bodyPr/>
                    <a:lstStyle/>
                    <a:p>
                      <a:pPr marL="0" marR="0">
                        <a:buNone/>
                      </a:pPr>
                      <a:r>
                        <a:rPr lang="en-US" sz="1000" kern="100">
                          <a:effectLst/>
                        </a:rPr>
                        <a:t>Payback Period</a:t>
                      </a:r>
                      <a:endParaRPr lang="en-US" sz="1000" kern="100">
                        <a:effectLst/>
                        <a:latin typeface="Arial" panose="020B0604020202020204" pitchFamily="34" charset="0"/>
                        <a:ea typeface="Arial" panose="020B0604020202020204" pitchFamily="34" charset="0"/>
                      </a:endParaRPr>
                    </a:p>
                  </a:txBody>
                  <a:tcPr marL="68580" marR="68580" marT="0" marB="0"/>
                </a:tc>
                <a:tc>
                  <a:txBody>
                    <a:bodyPr/>
                    <a:lstStyle/>
                    <a:p>
                      <a:pPr marL="0" marR="0" algn="ctr">
                        <a:buNone/>
                      </a:pPr>
                      <a:r>
                        <a:rPr lang="en-US" sz="1000" kern="100">
                          <a:effectLst/>
                        </a:rPr>
                        <a:t>—</a:t>
                      </a:r>
                      <a:endParaRPr lang="en-US" sz="1000" kern="100">
                        <a:effectLst/>
                        <a:latin typeface="Arial" panose="020B0604020202020204" pitchFamily="34" charset="0"/>
                        <a:ea typeface="Arial" panose="020B0604020202020204" pitchFamily="34" charset="0"/>
                      </a:endParaRPr>
                    </a:p>
                  </a:txBody>
                  <a:tcPr marL="68580" marR="68580" marT="0" marB="0"/>
                </a:tc>
                <a:tc>
                  <a:txBody>
                    <a:bodyPr/>
                    <a:lstStyle/>
                    <a:p>
                      <a:pPr marL="0" marR="0" algn="ctr">
                        <a:buNone/>
                      </a:pPr>
                      <a:r>
                        <a:rPr lang="en-US" sz="1000" kern="100">
                          <a:effectLst/>
                        </a:rPr>
                        <a:t>~5.9 months</a:t>
                      </a:r>
                      <a:endParaRPr lang="en-US" sz="1000" kern="100">
                        <a:effectLst/>
                        <a:latin typeface="Arial" panose="020B0604020202020204" pitchFamily="34" charset="0"/>
                        <a:ea typeface="Arial" panose="020B0604020202020204" pitchFamily="34" charset="0"/>
                      </a:endParaRPr>
                    </a:p>
                  </a:txBody>
                  <a:tcPr marL="68580" marR="68580" marT="0" marB="0"/>
                </a:tc>
                <a:extLst>
                  <a:ext uri="{0D108BD9-81ED-4DB2-BD59-A6C34878D82A}">
                    <a16:rowId xmlns:a16="http://schemas.microsoft.com/office/drawing/2014/main" val="445294478"/>
                  </a:ext>
                </a:extLst>
              </a:tr>
              <a:tr h="0">
                <a:tc>
                  <a:txBody>
                    <a:bodyPr/>
                    <a:lstStyle/>
                    <a:p>
                      <a:pPr marL="0" marR="0">
                        <a:buNone/>
                      </a:pPr>
                      <a:r>
                        <a:rPr lang="en-US" sz="1000" kern="100">
                          <a:effectLst/>
                        </a:rPr>
                        <a:t>Decision</a:t>
                      </a:r>
                      <a:endParaRPr lang="en-US" sz="1000" kern="100">
                        <a:effectLst/>
                        <a:latin typeface="Arial" panose="020B0604020202020204" pitchFamily="34" charset="0"/>
                        <a:ea typeface="Arial" panose="020B0604020202020204" pitchFamily="34" charset="0"/>
                      </a:endParaRPr>
                    </a:p>
                  </a:txBody>
                  <a:tcPr marL="68580" marR="68580" marT="0" marB="0"/>
                </a:tc>
                <a:tc>
                  <a:txBody>
                    <a:bodyPr/>
                    <a:lstStyle/>
                    <a:p>
                      <a:pPr marL="0" marR="0" algn="ctr">
                        <a:buNone/>
                      </a:pPr>
                      <a:r>
                        <a:rPr lang="en-US" sz="1000" kern="100">
                          <a:effectLst/>
                        </a:rPr>
                        <a:t>Baseline</a:t>
                      </a:r>
                      <a:endParaRPr lang="en-US" sz="1000" kern="100">
                        <a:effectLst/>
                        <a:latin typeface="Arial" panose="020B0604020202020204" pitchFamily="34" charset="0"/>
                        <a:ea typeface="Arial" panose="020B0604020202020204" pitchFamily="34" charset="0"/>
                      </a:endParaRPr>
                    </a:p>
                  </a:txBody>
                  <a:tcPr marL="68580" marR="68580" marT="0" marB="0"/>
                </a:tc>
                <a:tc>
                  <a:txBody>
                    <a:bodyPr/>
                    <a:lstStyle/>
                    <a:p>
                      <a:pPr marL="0" marR="0" algn="ctr">
                        <a:buNone/>
                      </a:pPr>
                      <a:r>
                        <a:rPr lang="en-US" sz="1000" kern="100" dirty="0">
                          <a:effectLst/>
                        </a:rPr>
                        <a:t>INVEST</a:t>
                      </a:r>
                      <a:endParaRPr lang="en-US" sz="1000" kern="100" dirty="0">
                        <a:effectLst/>
                        <a:latin typeface="Arial" panose="020B0604020202020204" pitchFamily="34" charset="0"/>
                        <a:ea typeface="Arial" panose="020B0604020202020204" pitchFamily="34" charset="0"/>
                      </a:endParaRPr>
                    </a:p>
                  </a:txBody>
                  <a:tcPr marL="68580" marR="68580" marT="0" marB="0"/>
                </a:tc>
                <a:extLst>
                  <a:ext uri="{0D108BD9-81ED-4DB2-BD59-A6C34878D82A}">
                    <a16:rowId xmlns:a16="http://schemas.microsoft.com/office/drawing/2014/main" val="2972376513"/>
                  </a:ext>
                </a:extLst>
              </a:tr>
            </a:tbl>
          </a:graphicData>
        </a:graphic>
      </p:graphicFrame>
      <p:sp>
        <p:nvSpPr>
          <p:cNvPr id="11" name="TextBox 10">
            <a:extLst>
              <a:ext uri="{FF2B5EF4-FFF2-40B4-BE49-F238E27FC236}">
                <a16:creationId xmlns:a16="http://schemas.microsoft.com/office/drawing/2014/main" id="{296E6E08-C474-3BEE-A4A7-D9EE05263CCE}"/>
              </a:ext>
            </a:extLst>
          </p:cNvPr>
          <p:cNvSpPr txBox="1"/>
          <p:nvPr/>
        </p:nvSpPr>
        <p:spPr>
          <a:xfrm>
            <a:off x="7187626" y="3810000"/>
            <a:ext cx="2217115" cy="261610"/>
          </a:xfrm>
          <a:prstGeom prst="rect">
            <a:avLst/>
          </a:prstGeom>
          <a:noFill/>
        </p:spPr>
        <p:txBody>
          <a:bodyPr wrap="square">
            <a:spAutoFit/>
          </a:bodyPr>
          <a:lstStyle/>
          <a:p>
            <a:r>
              <a:rPr lang="en-US" sz="1100" b="1" i="1" dirty="0"/>
              <a:t>Table 2. Decision Model Summary </a:t>
            </a:r>
          </a:p>
        </p:txBody>
      </p:sp>
      <p:pic>
        <p:nvPicPr>
          <p:cNvPr id="12" name="Picture 11" descr="SAN MARCOS&#10;&#10;AI-generated content may be incorrect.">
            <a:extLst>
              <a:ext uri="{FF2B5EF4-FFF2-40B4-BE49-F238E27FC236}">
                <a16:creationId xmlns:a16="http://schemas.microsoft.com/office/drawing/2014/main" id="{7A13B145-9625-9E56-7575-4630AA0865F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243109" y="-533400"/>
            <a:ext cx="2057400" cy="2057400"/>
          </a:xfrm>
          <a:prstGeom prst="rect">
            <a:avLst/>
          </a:prstGeom>
        </p:spPr>
      </p:pic>
    </p:spTree>
    <p:extLst>
      <p:ext uri="{BB962C8B-B14F-4D97-AF65-F5344CB8AC3E}">
        <p14:creationId xmlns:p14="http://schemas.microsoft.com/office/powerpoint/2010/main" val="780058002"/>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A37AE-33DA-7E72-3E26-89D8864DF4C1}"/>
              </a:ext>
            </a:extLst>
          </p:cNvPr>
          <p:cNvSpPr>
            <a:spLocks noGrp="1"/>
          </p:cNvSpPr>
          <p:nvPr>
            <p:ph type="title"/>
          </p:nvPr>
        </p:nvSpPr>
        <p:spPr>
          <a:xfrm>
            <a:off x="457200" y="721299"/>
            <a:ext cx="3689927" cy="1486906"/>
          </a:xfrm>
        </p:spPr>
        <p:txBody>
          <a:bodyPr anchor="t">
            <a:normAutofit/>
          </a:bodyPr>
          <a:lstStyle/>
          <a:p>
            <a:r>
              <a:rPr lang="en-US"/>
              <a:t>Final Recommendation and Conclusion</a:t>
            </a:r>
          </a:p>
        </p:txBody>
      </p:sp>
      <p:graphicFrame>
        <p:nvGraphicFramePr>
          <p:cNvPr id="10" name="Content Placeholder 2">
            <a:extLst>
              <a:ext uri="{FF2B5EF4-FFF2-40B4-BE49-F238E27FC236}">
                <a16:creationId xmlns:a16="http://schemas.microsoft.com/office/drawing/2014/main" id="{96F4182A-F9A2-C76F-DF8C-44D6C78602E1}"/>
              </a:ext>
            </a:extLst>
          </p:cNvPr>
          <p:cNvGraphicFramePr>
            <a:graphicFrameLocks noGrp="1"/>
          </p:cNvGraphicFramePr>
          <p:nvPr>
            <p:ph idx="1"/>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GraphicFramePr>
        <p:xfrm>
          <a:off x="4904515" y="2780147"/>
          <a:ext cx="6567049" cy="335987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5">
            <a:extLst>
              <a:ext uri="{FF2B5EF4-FFF2-40B4-BE49-F238E27FC236}">
                <a16:creationId xmlns:a16="http://schemas.microsoft.com/office/drawing/2014/main" id="{87EC3E03-0B96-D4D8-61CE-5C20299DFCF2}"/>
              </a:ext>
            </a:extLst>
          </p:cNvPr>
          <p:cNvSpPr>
            <a:spLocks noGrp="1"/>
          </p:cNvSpPr>
          <p:nvPr>
            <p:ph type="sldNum" sz="quarter" idx="12"/>
          </p:nvPr>
        </p:nvSpPr>
        <p:spPr>
          <a:xfrm>
            <a:off x="11734800" y="6445997"/>
            <a:ext cx="457200" cy="365125"/>
          </a:xfrm>
        </p:spPr>
        <p:txBody>
          <a:bodyPr anchor="ctr">
            <a:normAutofit/>
          </a:bodyPr>
          <a:lstStyle/>
          <a:p>
            <a:pPr>
              <a:spcAft>
                <a:spcPts val="600"/>
              </a:spcAft>
            </a:pPr>
            <a:fld id="{DDF60B60-82CA-4BB9-BA6E-A62FADF2374B}" type="slidenum">
              <a:rPr lang="en-US" smtClean="0"/>
              <a:pPr>
                <a:spcAft>
                  <a:spcPts val="600"/>
                </a:spcAft>
              </a:pPr>
              <a:t>25</a:t>
            </a:fld>
            <a:endParaRPr lang="en-US"/>
          </a:p>
        </p:txBody>
      </p:sp>
      <p:pic>
        <p:nvPicPr>
          <p:cNvPr id="3" name="Picture 2" descr="SAN MARCOS&#10;&#10;AI-generated content may be incorrect.">
            <a:extLst>
              <a:ext uri="{FF2B5EF4-FFF2-40B4-BE49-F238E27FC236}">
                <a16:creationId xmlns:a16="http://schemas.microsoft.com/office/drawing/2014/main" id="{FB5C037A-4EF3-9526-6B1B-C05AA42377B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243109" y="-533400"/>
            <a:ext cx="2057400" cy="2057400"/>
          </a:xfrm>
          <a:prstGeom prst="rect">
            <a:avLst/>
          </a:prstGeom>
        </p:spPr>
      </p:pic>
    </p:spTree>
    <p:extLst>
      <p:ext uri="{BB962C8B-B14F-4D97-AF65-F5344CB8AC3E}">
        <p14:creationId xmlns:p14="http://schemas.microsoft.com/office/powerpoint/2010/main" val="612055677"/>
      </p:ext>
    </p:extLst>
  </p:cSld>
  <p:clrMapOvr>
    <a:masterClrMapping/>
  </p:clrMapOvr>
  <p:transition>
    <p:fade/>
  </p:transition>
</p:sld>
</file>

<file path=ppt/theme/theme1.xml><?xml version="1.0" encoding="utf-8"?>
<a:theme xmlns:a="http://schemas.openxmlformats.org/drawingml/2006/main" name="Shoji">
  <a:themeElements>
    <a:clrScheme name="Shoji">
      <a:dk1>
        <a:srgbClr val="131313"/>
      </a:dk1>
      <a:lt1>
        <a:sysClr val="window" lastClr="FFFFFF"/>
      </a:lt1>
      <a:dk2>
        <a:srgbClr val="1D3433"/>
      </a:dk2>
      <a:lt2>
        <a:srgbClr val="F3F2ED"/>
      </a:lt2>
      <a:accent1>
        <a:srgbClr val="7C5C3E"/>
      </a:accent1>
      <a:accent2>
        <a:srgbClr val="B8A189"/>
      </a:accent2>
      <a:accent3>
        <a:srgbClr val="A1A696"/>
      </a:accent3>
      <a:accent4>
        <a:srgbClr val="566868"/>
      </a:accent4>
      <a:accent5>
        <a:srgbClr val="786F50"/>
      </a:accent5>
      <a:accent6>
        <a:srgbClr val="A9A375"/>
      </a:accent6>
      <a:hlink>
        <a:srgbClr val="B1785F"/>
      </a:hlink>
      <a:folHlink>
        <a:srgbClr val="6C7F7F"/>
      </a:folHlink>
    </a:clrScheme>
    <a:fontScheme name="Custom 35">
      <a:majorFont>
        <a:latin typeface="Walbaum Display"/>
        <a:ea typeface=""/>
        <a:cs typeface=""/>
      </a:majorFont>
      <a:minorFont>
        <a:latin typeface="Aptos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Shoji" id="{EBD40D9C-CA72-493B-87C2-C0EB162C667E}" vid="{D0940FF3-4015-4C8A-9B90-9961EFA3BC7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30" ma:contentTypeDescription="Create a new document." ma:contentTypeScope="" ma:versionID="cec0622158e8f13124e9e8fd4de31bd1">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3b52f30ab005d15df08657af532e6e38"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element ref="ns2:MediaServiceDocTags" minOccurs="0"/>
                <xsd:element ref="ns2:MediaServiceObjectDetectorVersions" minOccurs="0"/>
                <xsd:element ref="ns2:MediaServiceSystemTag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hidden="true"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hidden="tru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hidden="true" ma:internalName="Background" ma:readOnly="false">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element name="MediaServiceDocTags" ma:index="30" nillable="true" ma:displayName="MediaServiceDocTags" ma:hidden="true" ma:internalName="MediaServiceDocTags" ma:readOnly="true">
      <xsd:simpleType>
        <xsd:restriction base="dms:Note"/>
      </xsd:simpleType>
    </xsd:element>
    <xsd:element name="MediaServiceObjectDetectorVersions" ma:index="31" nillable="true" ma:displayName="MediaServiceObjectDetectorVersions" ma:description="" ma:hidden="true" ma:indexed="true" ma:internalName="MediaServiceObjectDetectorVersions" ma:readOnly="true">
      <xsd:simpleType>
        <xsd:restriction base="dms:Text"/>
      </xsd:simpleType>
    </xsd:element>
    <xsd:element name="MediaServiceSystemTags" ma:index="32" nillable="true" ma:displayName="MediaServiceSystemTags" ma:hidden="true" ma:internalName="MediaServiceSystemTags" ma:readOnly="true">
      <xsd:simpleType>
        <xsd:restriction base="dms:Note"/>
      </xsd:simpleType>
    </xsd:element>
    <xsd:element name="MediaServiceBillingMetadata" ma:index="33" nillable="true" ma:displayName="MediaServiceBillingMetadata" ma:hidden="true" ma:internalName="MediaServiceBillingMetadata"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Props1.xml><?xml version="1.0" encoding="utf-8"?>
<ds:datastoreItem xmlns:ds="http://schemas.openxmlformats.org/officeDocument/2006/customXml" ds:itemID="{89D41049-A82A-4B5B-8ABC-9F045EF9F078}">
  <ds:schemaRefs>
    <ds:schemaRef ds:uri="http://schemas.microsoft.com/sharepoint/v3/contenttype/forms"/>
  </ds:schemaRefs>
</ds:datastoreItem>
</file>

<file path=customXml/itemProps2.xml><?xml version="1.0" encoding="utf-8"?>
<ds:datastoreItem xmlns:ds="http://schemas.openxmlformats.org/officeDocument/2006/customXml" ds:itemID="{BDDCC98D-8A5B-4177-9C60-D4A9C8723FD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0070BEB4-FB24-4E84-B3BB-971EAA4E97D2}">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docMetadata/LabelInfo.xml><?xml version="1.0" encoding="utf-8"?>
<clbl:labelList xmlns:clbl="http://schemas.microsoft.com/office/2020/mipLabelMetadata">
</clbl:labelList>
</file>

<file path=docProps/app.xml><?xml version="1.0" encoding="utf-8"?>
<Properties xmlns="http://schemas.openxmlformats.org/officeDocument/2006/extended-properties" xmlns:vt="http://schemas.openxmlformats.org/officeDocument/2006/docPropsVTypes">
  <Template/>
  <TotalTime>35</TotalTime>
  <Words>3643</Words>
  <Application>Microsoft Office PowerPoint</Application>
  <PresentationFormat>Widescreen</PresentationFormat>
  <Paragraphs>301</Paragraphs>
  <Slides>25</Slides>
  <Notes>25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Aptos Light</vt:lpstr>
      <vt:lpstr>Arial</vt:lpstr>
      <vt:lpstr>Calibri</vt:lpstr>
      <vt:lpstr>Walbaum Display</vt:lpstr>
      <vt:lpstr>Shoji</vt:lpstr>
      <vt:lpstr>CampusWay Café Quality Improvement Project</vt:lpstr>
      <vt:lpstr>Business Context and Customer Landscape</vt:lpstr>
      <vt:lpstr>Project Purpose and Strategic Context</vt:lpstr>
      <vt:lpstr>Competitive Café Environment</vt:lpstr>
      <vt:lpstr>Key Customer Segments</vt:lpstr>
      <vt:lpstr>Why Segmentation Drives Better Decisions</vt:lpstr>
      <vt:lpstr>Role of Data in Small Business Quality Improvement</vt:lpstr>
      <vt:lpstr>Voice of the Customer Methodology</vt:lpstr>
      <vt:lpstr>Understanding the Voice of the Customer</vt:lpstr>
      <vt:lpstr>Survey Design and Sample</vt:lpstr>
      <vt:lpstr>Importance and Performance Ratings</vt:lpstr>
      <vt:lpstr>Quality Dimensions Evaluated</vt:lpstr>
      <vt:lpstr>Reliability and Limitations</vt:lpstr>
      <vt:lpstr>Findings and Strategic Insights</vt:lpstr>
      <vt:lpstr>Importance–Performance Gap Analysis</vt:lpstr>
      <vt:lpstr>Speed of Service as the Top Priority</vt:lpstr>
      <vt:lpstr>Largest Negative Performance Gap</vt:lpstr>
      <vt:lpstr>Strengths in Beverage Quality and Friendliness</vt:lpstr>
      <vt:lpstr>Over-Investment in Lower-Priority Areas</vt:lpstr>
      <vt:lpstr>Recommendations and Business Impact</vt:lpstr>
      <vt:lpstr>Strategic Focus on Speed Improvement</vt:lpstr>
      <vt:lpstr>Proposed Investment in Equipment</vt:lpstr>
      <vt:lpstr>Operational and Employee Benefits</vt:lpstr>
      <vt:lpstr>Financial Impact and Risk</vt:lpstr>
      <vt:lpstr>Final Recommendation and Conclusion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p:lastModifiedBy>Natasha Sulistyo</cp:lastModifiedBy>
  <cp:revision>2</cp:revision>
  <dcterms:created xsi:type="dcterms:W3CDTF">2025-08-04T19:19:33Z</dcterms:created>
  <dcterms:modified xsi:type="dcterms:W3CDTF">2026-03-25T15:13:00Z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y fmtid="{D5CDD505-2E9C-101B-9397-08002B2CF9AE}" pid="3" name="MediaServiceImageTags">
    <vt:lpwstr/>
  </property>
</Properties>
</file>